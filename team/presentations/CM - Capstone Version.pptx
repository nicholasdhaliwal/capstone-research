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63"/>
    <p:restoredTop sz="89116"/>
  </p:normalViewPr>
  <p:slideViewPr>
    <p:cSldViewPr snapToGrid="0" snapToObjects="1">
      <p:cViewPr varScale="1">
        <p:scale>
          <a:sx n="144" d="100"/>
          <a:sy n="144" d="100"/>
        </p:scale>
        <p:origin x="200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84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10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Concept Modeling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Structured Reasoning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Token-Level Models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gets identical compute regardless of importance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predict the next word, not the next idea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reasoning degrades and the model loses the thread across hundreds of tokens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legal text: a ruling in paragraph 12 must be logically consistent with a holding in paragraph 1</a:t>
            </a:r>
          </a:p>
          <a:p>
            <a:pPr marL="8001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models cannot reliably enforce this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layers and prompt engineering are the current “fix”</a:t>
            </a:r>
          </a:p>
          <a:p>
            <a:pPr marL="8001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workarounds and not solutions (e.g. Harvey AI those fuckers)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Concept Token Is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token is a fixed-dimensional vector representing the meaning of an entire sentence or semantic unit, not individual words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comparison: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Token-level: “The”, “court”, “finds”, “that”, “plaintiff”, “has”, “failed” (8 tokens)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Concept-level: one 1024-dim vector encoding the full sentence's meaning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vector is language-agnostic and semantics-first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SONAR: a sentence encoder trained on 200 languages via translation objective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in concept space = semantic distance, not surface similarity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 from input to output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Legal Text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74720" y="1005840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documents (opinions, rulings)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43560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Segmentation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755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0" y="1435608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/ 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splits opinion into sentences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86537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Encoder (SONAR)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185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0" y="1865376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→ 1024-dim concept vector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295144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Sequence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0" y="2295144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[c₁, c₂, c₃, … 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N vectors, one per sentence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2724912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Transformer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3044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4720" y="2724912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model operating on concept vectors, not tokens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3154680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Concept Vectors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74720" y="3154680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next concept autoregressively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584448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Decoder (SONAR)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3904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74720" y="3584448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vector → reconstructed natural language sentence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4014216"/>
            <a:ext cx="2743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474720" y="4014216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legal reasoning in natural language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383280" y="1051560"/>
            <a:ext cx="0" cy="3309214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Domain Application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Employment discrimination opinion (NY federal court)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concept sequence after encoding: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Plaintiff alleges disparate treatment under Title VII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Defendant argues legitimate non-discriminatory reason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Court applies McDonnell Douglas burden-shifting framework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Plaintiff fails to demonstrate pretext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→ model must predict: Court grants summary judgment for defendant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learns: legal argument structure, not legal surface language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case opinions → 50,000+ concept-level training examples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CourtListener / PACER / NY Official Reports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for Capstone Scope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Data Pipeline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2682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and parse case opinions into .txt files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segmentation → per-case sentence lists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 encode → stored embedding arrays (.npy files)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dataset of concept sequences, one per opinion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30880" y="1005840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Sequence Model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30880" y="1417320"/>
            <a:ext cx="2682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sequence of concept vectors [c₁ … cN]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causal Transformer (or LSTM baseline) on embedding space directly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predict c_{t+1} given c₁ … c_t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MSE or cosine similarity between predicted and true next concept vector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04560" y="1005840"/>
            <a:ext cx="268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Decoder + Evaluation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04560" y="1417320"/>
            <a:ext cx="2682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concept vector → SONAR decoder → natural language sentence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AutoBLEU: encode→decode round-trip fidelity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coherence scoring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review of generated outputs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66872" y="1005840"/>
            <a:ext cx="0" cy="38404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0552" y="1005840"/>
            <a:ext cx="0" cy="38404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Falls Short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Fixed sentence boundaries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SpaCy/SaT segments before the model sees anything; the model cannot redefine concept boundaries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reasoning units do not align with punctuation which is an architectural, not a data problem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Lossy decoding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SONAR's 1024-dim bottleneck drops named entities, numbers, specific citations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model correctly reasons ‘court applies pretext standard’ but decodes as ‘court evaluates plaintiff’s argument’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MSE loss in continuous space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proximity to the truth vector ≠ logical correctness of the predicted step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reasoning reward signal — only reconstruction signal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 is underdefined</a:t>
            </a:r>
            <a:endParaRPr lang="en-US" sz="1600" dirty="0"/>
          </a:p>
          <a:p>
            <a:pPr marL="685800" lvl="1" indent="-342900" algn="l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perplexity does not apply at the concept level; AutoBLEU measures round-trip fidelity, not reasoning quality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Constraints: If LCM Were Deployed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Well-suited for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0916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 yet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documents where global coherence matters more than word-level precision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with explicit reasoning structure (legal, medical, regulatory, academic)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applications — SONAR concept space is language-agnostic across 200 languages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where the unit of interest is an argument or conclusion, not a phrase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09160" y="137160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generation at token speed — encoding/decoding adds latency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citations, numbered lists, structured data — SONAR was trained on prose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factual precision — the bottleneck loses specific values (dates, statutes, party names)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without significant upfront compute — full corpus embedding required before training begins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without a high-quality sentence encoder — degraded encodings propagate through everything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53712" y="1005840"/>
            <a:ext cx="18288" cy="331216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Token models have high local precision / poor global coherence; concept models have good global structure / poor local precision. Long-term direction: hierarchical, concept-level planning, token-level execution.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vs. Full Vision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 (capstone)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09160" y="10058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points (full vision)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Fixed-boundary concept tokens via SONAR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 trained on legal opinion corpus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Decode-and-evaluate pipeline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evidence: where concept-level modeling beats and loses to token-level baselines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09160" y="1371600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dynamic boundaries — model decides where concepts start/end based on semantic shift, not punctuation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trainable encoder: concept vectors tuned for the task, not repurposed from a translation model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architecture: concept transformer for planning + token decoder for execution</a:t>
            </a:r>
            <a:endParaRPr lang="en-US" sz="13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reads a case, forms a concept-level representation, and generates a ruling as a concept sequence rendered into language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53712" y="1005840"/>
            <a:ext cx="0" cy="384048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4074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capstone and vision is not a weakness — it is the research contribution. The capstone produces evidence about where the fixed-boundary, fixed-encoder approach breaks down, which is precisely what motivates the architectural extensions.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 predict tokens. We want models that reason about ideas.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tokens compress full sentences into semantic vectors — the model operates entirely in meaning-space.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domain is a structured testbed: rule-bound, public data, clear logical patterns.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text → segment → encode → concept sequence → sequence model → decode → evaluate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gaps: fixed boundaries, lossy decoding, no reasoning-level loss, undefined evaluation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constraints: latency, factual precision, structured data, compute cost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produces the empirical foundation; the architecture points toward a new class of language model.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1091</Words>
  <Application>Microsoft Macintosh PowerPoint</Application>
  <PresentationFormat>On-screen Show (16:9)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Concept Modeling for Structured Reasoning</dc:title>
  <dc:subject>PptxGenJS Presentation</dc:subject>
  <dc:creator>PptxGenJS</dc:creator>
  <cp:lastModifiedBy>Nicholas Dhaliwal</cp:lastModifiedBy>
  <cp:revision>3</cp:revision>
  <dcterms:created xsi:type="dcterms:W3CDTF">2026-04-10T07:10:55Z</dcterms:created>
  <dcterms:modified xsi:type="dcterms:W3CDTF">2026-04-10T14:37:29Z</dcterms:modified>
</cp:coreProperties>
</file>