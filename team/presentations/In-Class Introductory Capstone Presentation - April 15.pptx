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layfair Display Medium"/>
      <p:regular r:id="rId32"/>
      <p:bold r:id="rId33"/>
      <p:italic r:id="rId34"/>
      <p:boldItalic r:id="rId35"/>
    </p:embeddedFont>
    <p:embeddedFont>
      <p:font typeface="Playfair Display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Playfair Display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44" Type="http://schemas.openxmlformats.org/officeDocument/2006/relationships/font" Target="fonts/PlayfairDisplaySemiBold-regular.fntdata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46" Type="http://schemas.openxmlformats.org/officeDocument/2006/relationships/font" Target="fonts/PlayfairDisplaySemiBold-italic.fntdata"/><Relationship Id="rId23" Type="http://schemas.openxmlformats.org/officeDocument/2006/relationships/slide" Target="slides/slide18.xml"/><Relationship Id="rId45" Type="http://schemas.openxmlformats.org/officeDocument/2006/relationships/font" Target="fonts/PlayfairDisplay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PlayfairDisplaySemiBold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fairDisplayMedium-bold.fntdata"/><Relationship Id="rId10" Type="http://schemas.openxmlformats.org/officeDocument/2006/relationships/slide" Target="slides/slide5.xml"/><Relationship Id="rId32" Type="http://schemas.openxmlformats.org/officeDocument/2006/relationships/font" Target="fonts/PlayfairDispl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PlayfairDispl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layfairDisplayMedium-italic.fntdata"/><Relationship Id="rId15" Type="http://schemas.openxmlformats.org/officeDocument/2006/relationships/slide" Target="slides/slide10.xml"/><Relationship Id="rId37" Type="http://schemas.openxmlformats.org/officeDocument/2006/relationships/font" Target="fonts/PlayfairDisplay-bold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regular.fntdata"/><Relationship Id="rId17" Type="http://schemas.openxmlformats.org/officeDocument/2006/relationships/slide" Target="slides/slide12.xml"/><Relationship Id="rId39" Type="http://schemas.openxmlformats.org/officeDocument/2006/relationships/font" Target="fonts/PlayfairDisplay-boldItalic.fntdata"/><Relationship Id="rId16" Type="http://schemas.openxmlformats.org/officeDocument/2006/relationships/slide" Target="slides/slide11.xml"/><Relationship Id="rId38" Type="http://schemas.openxmlformats.org/officeDocument/2006/relationships/font" Target="fonts/PlayfairDispl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6249be5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6249be5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6249be5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6249be5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6249be5a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6249be5a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6249be5a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6249be5a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6249be5a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6249be5a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6249be5a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d6249be5a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6249be5a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6249be5a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6249be5a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6249be5a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6249be5a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6249be5a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6249be5a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6249be5a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6249be5a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6249be5a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6249be5a5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6249be5a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6249be5a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6249be5a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6249be5a5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6249be5a5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6249be5a5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6249be5a5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6249be5a5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d6249be5a5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6249be5a5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6249be5a5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d6249be5a5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d6249be5a5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d6249be5a5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d6249be5a5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6249be5a5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6249be5a5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d6249be5a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d6249be5a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6249be5a5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d6249be5a5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d6249be5a5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d6249be5a5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d6249be5a5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d6249be5a5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d6249be5a5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d6249be5a5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d6249be5a5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d6249be5a5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4" name="Google Shape;34;p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" name="Google Shape;35;p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7" name="Google Shape;37;p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9" name="Google Shape;49;p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7" name="Google Shape;77;p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8" name="Google Shape;78;p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9" name="Google Shape;79;p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0" name="Google Shape;80;p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1" name="Google Shape;81;p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8" name="Google Shape;108;p1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9" name="Google Shape;109;p1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1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6" name="Google Shape;146;p1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1" name="Google Shape;1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jpg"/><Relationship Id="rId7" Type="http://schemas.openxmlformats.org/officeDocument/2006/relationships/image" Target="../media/image5.jpg"/><Relationship Id="rId8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3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Relationship Id="rId4" Type="http://schemas.openxmlformats.org/officeDocument/2006/relationships/image" Target="../media/image32.jpg"/><Relationship Id="rId5" Type="http://schemas.openxmlformats.org/officeDocument/2006/relationships/image" Target="../media/image3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/>
        </p:nvSpPr>
        <p:spPr>
          <a:xfrm>
            <a:off x="283961" y="37306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283961" y="44500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Quarter / Month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283953" y="4090319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Year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6" name="Google Shape;276;p38"/>
          <p:cNvCxnSpPr/>
          <p:nvPr/>
        </p:nvCxnSpPr>
        <p:spPr>
          <a:xfrm rot="10800000">
            <a:off x="283800" y="3964328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8"/>
          <p:cNvCxnSpPr/>
          <p:nvPr/>
        </p:nvCxnSpPr>
        <p:spPr>
          <a:xfrm rot="10800000">
            <a:off x="283800" y="4324039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8"/>
          <p:cNvCxnSpPr/>
          <p:nvPr/>
        </p:nvCxnSpPr>
        <p:spPr>
          <a:xfrm rot="10800000">
            <a:off x="283800" y="46837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8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8"/>
          <p:cNvCxnSpPr/>
          <p:nvPr/>
        </p:nvCxnSpPr>
        <p:spPr>
          <a:xfrm rot="10800000">
            <a:off x="283800" y="36046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 architectural detail of a modern building." id="281" name="Google Shape;281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5" r="8587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8"/>
          <p:cNvSpPr txBox="1"/>
          <p:nvPr>
            <p:ph idx="4294967295" type="title"/>
          </p:nvPr>
        </p:nvSpPr>
        <p:spPr>
          <a:xfrm>
            <a:off x="278750" y="513900"/>
            <a:ext cx="5802000" cy="15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Kick-off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Google Shape;287;p39"/>
          <p:cNvCxnSpPr/>
          <p:nvPr/>
        </p:nvCxnSpPr>
        <p:spPr>
          <a:xfrm rot="10800000">
            <a:off x="270887" y="17007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9"/>
          <p:cNvCxnSpPr/>
          <p:nvPr/>
        </p:nvCxnSpPr>
        <p:spPr>
          <a:xfrm rot="10800000">
            <a:off x="270887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9"/>
          <p:cNvCxnSpPr/>
          <p:nvPr/>
        </p:nvCxnSpPr>
        <p:spPr>
          <a:xfrm rot="10800000">
            <a:off x="270887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9"/>
          <p:cNvCxnSpPr/>
          <p:nvPr/>
        </p:nvCxnSpPr>
        <p:spPr>
          <a:xfrm rot="10800000">
            <a:off x="4858665" y="1700775"/>
            <a:ext cx="40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9"/>
          <p:cNvCxnSpPr/>
          <p:nvPr/>
        </p:nvCxnSpPr>
        <p:spPr>
          <a:xfrm rot="10800000">
            <a:off x="4858220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9"/>
          <p:cNvCxnSpPr/>
          <p:nvPr/>
        </p:nvCxnSpPr>
        <p:spPr>
          <a:xfrm rot="10800000">
            <a:off x="4858220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9"/>
          <p:cNvSpPr txBox="1"/>
          <p:nvPr>
            <p:ph idx="7"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270983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295" name="Google Shape;295;p39"/>
          <p:cNvSpPr txBox="1"/>
          <p:nvPr>
            <p:ph idx="2" type="title"/>
          </p:nvPr>
        </p:nvSpPr>
        <p:spPr>
          <a:xfrm>
            <a:off x="270983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296" name="Google Shape;296;p39"/>
          <p:cNvSpPr txBox="1"/>
          <p:nvPr>
            <p:ph idx="3" type="title"/>
          </p:nvPr>
        </p:nvSpPr>
        <p:spPr>
          <a:xfrm>
            <a:off x="270983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297" name="Google Shape;297;p39"/>
          <p:cNvSpPr txBox="1"/>
          <p:nvPr>
            <p:ph idx="4" type="title"/>
          </p:nvPr>
        </p:nvSpPr>
        <p:spPr>
          <a:xfrm>
            <a:off x="4858317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298" name="Google Shape;298;p39"/>
          <p:cNvSpPr txBox="1"/>
          <p:nvPr>
            <p:ph idx="5" type="title"/>
          </p:nvPr>
        </p:nvSpPr>
        <p:spPr>
          <a:xfrm>
            <a:off x="4858317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299" name="Google Shape;299;p39"/>
          <p:cNvSpPr txBox="1"/>
          <p:nvPr>
            <p:ph idx="6" type="title"/>
          </p:nvPr>
        </p:nvSpPr>
        <p:spPr>
          <a:xfrm>
            <a:off x="4858317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300" name="Google Shape;300;p3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01" name="Google Shape;301;p3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9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3" name="Google Shape;303;p39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4" name="Google Shape;304;p39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5" name="Google Shape;305;p39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6" name="Google Shape;306;p39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07" name="Google Shape;307;p39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xy modern building with bright walls under a sunny sky." id="312" name="Google Shape;312;p40"/>
          <p:cNvPicPr preferRelativeResize="0"/>
          <p:nvPr/>
        </p:nvPicPr>
        <p:blipFill rotWithShape="1">
          <a:blip r:embed="rId3">
            <a:alphaModFix amt="90000"/>
          </a:blip>
          <a:srcRect b="29023" l="0" r="0" t="0"/>
          <a:stretch/>
        </p:blipFill>
        <p:spPr>
          <a:xfrm>
            <a:off x="-4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40"/>
          <p:cNvCxnSpPr/>
          <p:nvPr/>
        </p:nvCxnSpPr>
        <p:spPr>
          <a:xfrm rot="10800000">
            <a:off x="285600" y="1621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40"/>
          <p:cNvSpPr txBox="1"/>
          <p:nvPr>
            <p:ph type="title"/>
          </p:nvPr>
        </p:nvSpPr>
        <p:spPr>
          <a:xfrm>
            <a:off x="276075" y="457200"/>
            <a:ext cx="8594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a challenge, a goal, a vision.</a:t>
            </a:r>
            <a:endParaRPr/>
          </a:p>
        </p:txBody>
      </p:sp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idx="2" type="body"/>
          </p:nvPr>
        </p:nvSpPr>
        <p:spPr>
          <a:xfrm>
            <a:off x="252300" y="1801500"/>
            <a:ext cx="4342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Think about your audience. Some will already know about the project; others will be hearing about it for the first time. This is your opportunity to make sure everyone is on the same page.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2" name="Google Shape;322;p41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3" name="Google Shape;323;p41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4" name="Google Shape;324;p41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5" name="Google Shape;325;p41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6" name="Google Shape;326;p41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327" name="Google Shape;327;p41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28" name="Google Shape;328;p41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29" name="Google Shape;329;p41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0" name="Google Shape;330;p41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1" name="Google Shape;331;p41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2" name="Google Shape;332;p41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3" name="Google Shape;333;p41"/>
          <p:cNvSpPr txBox="1"/>
          <p:nvPr>
            <p:ph type="title"/>
          </p:nvPr>
        </p:nvSpPr>
        <p:spPr>
          <a:xfrm>
            <a:off x="276075" y="457200"/>
            <a:ext cx="38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334" name="Google Shape;334;p4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41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</a:t>
            </a:r>
            <a:r>
              <a:rPr lang="en"/>
              <a:t>me</a:t>
            </a:r>
            <a:endParaRPr/>
          </a:p>
        </p:txBody>
      </p:sp>
      <p:pic>
        <p:nvPicPr>
          <p:cNvPr descr="A portrait of a woman looking at the camera. " id="336" name="Google Shape;336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62" r="4400" t="0"/>
          <a:stretch/>
        </p:blipFill>
        <p:spPr>
          <a:xfrm>
            <a:off x="6572230" y="3400613"/>
            <a:ext cx="1158900" cy="1211400"/>
          </a:xfrm>
          <a:prstGeom prst="roundRect">
            <a:avLst>
              <a:gd fmla="val 0" name="adj"/>
            </a:avLst>
          </a:prstGeom>
          <a:noFill/>
        </p:spPr>
      </p:pic>
      <p:pic>
        <p:nvPicPr>
          <p:cNvPr descr="A portrait of a businesswoman looking at the camera. " id="337" name="Google Shape;337;p4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449" l="3800" r="0" t="-180"/>
          <a:stretch/>
        </p:blipFill>
        <p:spPr>
          <a:xfrm>
            <a:off x="6578830" y="1953788"/>
            <a:ext cx="1152300" cy="1211400"/>
          </a:xfrm>
          <a:prstGeom prst="roundRect">
            <a:avLst>
              <a:gd fmla="val 0" name="adj"/>
            </a:avLst>
          </a:prstGeom>
          <a:noFill/>
        </p:spPr>
      </p:pic>
      <p:pic>
        <p:nvPicPr>
          <p:cNvPr descr="A portrait of a man with his arms crossed. " id="338" name="Google Shape;338;p4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3269" r="0" t="0"/>
          <a:stretch/>
        </p:blipFill>
        <p:spPr>
          <a:xfrm>
            <a:off x="6572227" y="514875"/>
            <a:ext cx="1158900" cy="1211400"/>
          </a:xfrm>
          <a:prstGeom prst="roundRect">
            <a:avLst>
              <a:gd fmla="val 0" name="adj"/>
            </a:avLst>
          </a:prstGeom>
          <a:noFill/>
        </p:spPr>
      </p:pic>
      <p:pic>
        <p:nvPicPr>
          <p:cNvPr descr="A portrait of a woman with her arms crossed. " id="339" name="Google Shape;339;p41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0" r="4680" t="0"/>
          <a:stretch/>
        </p:blipFill>
        <p:spPr>
          <a:xfrm>
            <a:off x="4138350" y="514875"/>
            <a:ext cx="1152300" cy="1211400"/>
          </a:xfrm>
          <a:prstGeom prst="roundRect">
            <a:avLst>
              <a:gd fmla="val 0" name="adj"/>
            </a:avLst>
          </a:prstGeom>
          <a:noFill/>
        </p:spPr>
      </p:pic>
      <p:pic>
        <p:nvPicPr>
          <p:cNvPr descr="A brightly-lit portrait of a man in business casual attire, facing the camera. &#10;" id="340" name="Google Shape;340;p41"/>
          <p:cNvPicPr preferRelativeResize="0"/>
          <p:nvPr>
            <p:ph idx="2" type="pic"/>
          </p:nvPr>
        </p:nvPicPr>
        <p:blipFill rotWithShape="1">
          <a:blip r:embed="rId7">
            <a:alphaModFix/>
          </a:blip>
          <a:srcRect b="-800" l="5915" r="2811" t="780"/>
          <a:stretch/>
        </p:blipFill>
        <p:spPr>
          <a:xfrm>
            <a:off x="4138350" y="3409432"/>
            <a:ext cx="1152300" cy="1211400"/>
          </a:xfrm>
          <a:prstGeom prst="roundRect">
            <a:avLst>
              <a:gd fmla="val 0" name="adj"/>
            </a:avLst>
          </a:prstGeom>
          <a:noFill/>
        </p:spPr>
      </p:pic>
      <p:pic>
        <p:nvPicPr>
          <p:cNvPr descr="A brightly-lit portrait of a smiling woman." id="341" name="Google Shape;341;p41"/>
          <p:cNvPicPr preferRelativeResize="0"/>
          <p:nvPr>
            <p:ph idx="2" type="pic"/>
          </p:nvPr>
        </p:nvPicPr>
        <p:blipFill rotWithShape="1">
          <a:blip r:embed="rId8">
            <a:alphaModFix/>
          </a:blip>
          <a:srcRect b="4100" l="9" r="9689" t="1212"/>
          <a:stretch/>
        </p:blipFill>
        <p:spPr>
          <a:xfrm>
            <a:off x="4131750" y="1957200"/>
            <a:ext cx="1158900" cy="120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cxnSp>
        <p:nvCxnSpPr>
          <p:cNvPr id="342" name="Google Shape;342;p41"/>
          <p:cNvCxnSpPr/>
          <p:nvPr/>
        </p:nvCxnSpPr>
        <p:spPr>
          <a:xfrm rot="10800000">
            <a:off x="4138225" y="3281272"/>
            <a:ext cx="472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41"/>
          <p:cNvCxnSpPr/>
          <p:nvPr/>
        </p:nvCxnSpPr>
        <p:spPr>
          <a:xfrm rot="10800000">
            <a:off x="4138225" y="1836733"/>
            <a:ext cx="472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276075" y="457200"/>
            <a:ext cx="42489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349" name="Google Shape;349;p42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Full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Name</a:t>
            </a:r>
            <a:endParaRPr sz="1600"/>
          </a:p>
        </p:txBody>
      </p:sp>
      <p:sp>
        <p:nvSpPr>
          <p:cNvPr id="350" name="Google Shape;350;p42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51" name="Google Shape;351;p42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Full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Name</a:t>
            </a:r>
            <a:endParaRPr sz="1600"/>
          </a:p>
        </p:txBody>
      </p:sp>
      <p:sp>
        <p:nvSpPr>
          <p:cNvPr id="352" name="Google Shape;352;p42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53" name="Google Shape;353;p42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Write a brief bio of this team member. Mention their background, area of expertise, and what their responsibilities will be in this project.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42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Write a brief bio of this team member. Mention their background, area of expertise, and what their responsibilities will be in this project.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42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56" name="Google Shape;356;p4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ortrait of a smiling woman in casual attire. " id="357" name="Google Shape;357;p42"/>
          <p:cNvPicPr preferRelativeResize="0"/>
          <p:nvPr/>
        </p:nvPicPr>
        <p:blipFill rotWithShape="1">
          <a:blip r:embed="rId3">
            <a:alphaModFix/>
          </a:blip>
          <a:srcRect b="20941" l="32553" r="38708" t="2437"/>
          <a:stretch/>
        </p:blipFill>
        <p:spPr>
          <a:xfrm>
            <a:off x="-50" y="1424175"/>
            <a:ext cx="1838100" cy="32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358" name="Google Shape;358;p42"/>
          <p:cNvPicPr preferRelativeResize="0"/>
          <p:nvPr/>
        </p:nvPicPr>
        <p:blipFill rotWithShape="1">
          <a:blip r:embed="rId4">
            <a:alphaModFix/>
          </a:blip>
          <a:srcRect b="3730" l="34175" r="31060" t="3720"/>
          <a:stretch/>
        </p:blipFill>
        <p:spPr>
          <a:xfrm>
            <a:off x="4527150" y="1422800"/>
            <a:ext cx="1838100" cy="326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idx="5" type="body"/>
          </p:nvPr>
        </p:nvSpPr>
        <p:spPr>
          <a:xfrm>
            <a:off x="4682775" y="3042765"/>
            <a:ext cx="20262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problem or challenge that’s currently affecting your market, your customers, or your company — and that your project will aim to solve. </a:t>
            </a:r>
            <a:endParaRPr/>
          </a:p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276075" y="457200"/>
            <a:ext cx="6432900" cy="7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Write</a:t>
            </a:r>
            <a:r>
              <a:rPr lang="en"/>
              <a:t> a</a:t>
            </a:r>
            <a:r>
              <a:rPr lang="en"/>
              <a:t> headline about the 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challenges you’re facing</a:t>
            </a:r>
            <a:endParaRPr/>
          </a:p>
        </p:txBody>
      </p:sp>
      <p:pic>
        <p:nvPicPr>
          <p:cNvPr id="365" name="Google Shape;365;p43"/>
          <p:cNvPicPr preferRelativeResize="0"/>
          <p:nvPr/>
        </p:nvPicPr>
        <p:blipFill rotWithShape="1">
          <a:blip r:embed="rId3">
            <a:alphaModFix/>
          </a:blip>
          <a:srcRect b="33044" l="0" r="0" t="33047"/>
          <a:stretch/>
        </p:blipFill>
        <p:spPr>
          <a:xfrm>
            <a:off x="6877850" y="0"/>
            <a:ext cx="2266146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43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n architectural detail of a modern building." id="368" name="Google Shape;368;p4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33062" l="0" r="0" t="33066"/>
          <a:stretch/>
        </p:blipFill>
        <p:spPr>
          <a:xfrm>
            <a:off x="6802800" y="0"/>
            <a:ext cx="2341200" cy="1189801"/>
          </a:xfrm>
          <a:prstGeom prst="rect">
            <a:avLst/>
          </a:prstGeom>
        </p:spPr>
      </p:pic>
      <p:sp>
        <p:nvSpPr>
          <p:cNvPr id="369" name="Google Shape;369;p43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370" name="Google Shape;370;p43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371" name="Google Shape;371;p43"/>
          <p:cNvSpPr txBox="1"/>
          <p:nvPr>
            <p:ph idx="6" type="body"/>
          </p:nvPr>
        </p:nvSpPr>
        <p:spPr>
          <a:xfrm>
            <a:off x="6843455" y="3042765"/>
            <a:ext cx="203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problem or challenge that’s currently affecting your market, your customers, or your company — and that your project will aim to solve. </a:t>
            </a:r>
            <a:endParaRPr/>
          </a:p>
        </p:txBody>
      </p:sp>
      <p:cxnSp>
        <p:nvCxnSpPr>
          <p:cNvPr id="372" name="Google Shape;372;p43"/>
          <p:cNvCxnSpPr/>
          <p:nvPr/>
        </p:nvCxnSpPr>
        <p:spPr>
          <a:xfrm>
            <a:off x="4678925" y="2479150"/>
            <a:ext cx="4180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white facade of a modern building under a bright blue sky. " id="377" name="Google Shape;377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4193" t="0"/>
          <a:stretch/>
        </p:blipFill>
        <p:spPr>
          <a:xfrm>
            <a:off x="0" y="0"/>
            <a:ext cx="4348800" cy="5143499"/>
          </a:xfrm>
          <a:prstGeom prst="rect">
            <a:avLst/>
          </a:prstGeom>
        </p:spPr>
      </p:pic>
      <p:sp>
        <p:nvSpPr>
          <p:cNvPr id="378" name="Google Shape;378;p4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4"/>
          <p:cNvSpPr txBox="1"/>
          <p:nvPr>
            <p:ph type="title"/>
          </p:nvPr>
        </p:nvSpPr>
        <p:spPr>
          <a:xfrm>
            <a:off x="4618950" y="457200"/>
            <a:ext cx="4251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</a:t>
            </a:r>
            <a:endParaRPr/>
          </a:p>
        </p:txBody>
      </p:sp>
      <p:sp>
        <p:nvSpPr>
          <p:cNvPr id="380" name="Google Shape;380;p44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where your project comes in: to solve the problems you just brought up. </a:t>
            </a:r>
            <a:endParaRPr/>
          </a:p>
        </p:txBody>
      </p:sp>
      <p:sp>
        <p:nvSpPr>
          <p:cNvPr id="381" name="Google Shape;381;p44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Introduce your project and explain how it addresses the challenges in the previous slide. Provide a high-level summary of what you’ll be discussing in this presentation. 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387" name="Google Shape;387;p45"/>
          <p:cNvSpPr txBox="1"/>
          <p:nvPr/>
        </p:nvSpPr>
        <p:spPr>
          <a:xfrm>
            <a:off x="284700" y="285300"/>
            <a:ext cx="26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Objectives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8" name="Google Shape;388;p45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4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45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91" name="Google Shape;391;p45"/>
          <p:cNvSpPr txBox="1"/>
          <p:nvPr>
            <p:ph idx="1" type="body"/>
          </p:nvPr>
        </p:nvSpPr>
        <p:spPr>
          <a:xfrm>
            <a:off x="5503325" y="524750"/>
            <a:ext cx="3356100" cy="7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</a:t>
            </a:r>
            <a:r>
              <a:rPr lang="en"/>
              <a:t> few words about your </a:t>
            </a:r>
            <a:r>
              <a:rPr lang="en">
                <a:highlight>
                  <a:schemeClr val="accent1"/>
                </a:highlight>
              </a:rPr>
              <a:t>communication goals</a:t>
            </a:r>
            <a:r>
              <a:rPr lang="en"/>
              <a:t> for this project. </a:t>
            </a:r>
            <a:endParaRPr/>
          </a:p>
        </p:txBody>
      </p:sp>
      <p:sp>
        <p:nvSpPr>
          <p:cNvPr id="392" name="Google Shape;392;p45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" name="Google Shape;393;p45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" name="Google Shape;394;p45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45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45"/>
          <p:cNvSpPr txBox="1"/>
          <p:nvPr>
            <p:ph idx="3" type="subTitle"/>
          </p:nvPr>
        </p:nvSpPr>
        <p:spPr>
          <a:xfrm>
            <a:off x="279528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397" name="Google Shape;397;p45"/>
          <p:cNvSpPr txBox="1"/>
          <p:nvPr>
            <p:ph idx="4" type="subTitle"/>
          </p:nvPr>
        </p:nvSpPr>
        <p:spPr>
          <a:xfrm>
            <a:off x="2489940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398" name="Google Shape;398;p45"/>
          <p:cNvSpPr txBox="1"/>
          <p:nvPr>
            <p:ph idx="5" type="subTitle"/>
          </p:nvPr>
        </p:nvSpPr>
        <p:spPr>
          <a:xfrm>
            <a:off x="4695138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399" name="Google Shape;399;p45"/>
          <p:cNvSpPr txBox="1"/>
          <p:nvPr>
            <p:ph idx="6" type="subTitle"/>
          </p:nvPr>
        </p:nvSpPr>
        <p:spPr>
          <a:xfrm>
            <a:off x="6900335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00" name="Google Shape;400;p45"/>
          <p:cNvSpPr txBox="1"/>
          <p:nvPr>
            <p:ph idx="7" type="body"/>
          </p:nvPr>
        </p:nvSpPr>
        <p:spPr>
          <a:xfrm>
            <a:off x="274950" y="3206259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getting more consistent feedback from stakeholders, etc. </a:t>
            </a:r>
            <a:endParaRPr/>
          </a:p>
        </p:txBody>
      </p:sp>
      <p:sp>
        <p:nvSpPr>
          <p:cNvPr id="401" name="Google Shape;401;p45"/>
          <p:cNvSpPr txBox="1"/>
          <p:nvPr>
            <p:ph idx="8" type="body"/>
          </p:nvPr>
        </p:nvSpPr>
        <p:spPr>
          <a:xfrm>
            <a:off x="2489940" y="3206259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getting more consistent feedback from stakeholders, etc. </a:t>
            </a:r>
            <a:endParaRPr/>
          </a:p>
        </p:txBody>
      </p:sp>
      <p:sp>
        <p:nvSpPr>
          <p:cNvPr id="402" name="Google Shape;402;p45"/>
          <p:cNvSpPr txBox="1"/>
          <p:nvPr>
            <p:ph idx="9" type="body"/>
          </p:nvPr>
        </p:nvSpPr>
        <p:spPr>
          <a:xfrm>
            <a:off x="4704930" y="3206259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getting more consistent feedback from stakeholders, etc. </a:t>
            </a:r>
            <a:endParaRPr/>
          </a:p>
        </p:txBody>
      </p:sp>
      <p:sp>
        <p:nvSpPr>
          <p:cNvPr id="403" name="Google Shape;403;p45"/>
          <p:cNvSpPr txBox="1"/>
          <p:nvPr>
            <p:ph idx="13" type="body"/>
          </p:nvPr>
        </p:nvSpPr>
        <p:spPr>
          <a:xfrm>
            <a:off x="6900335" y="3206259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getting more consistent feedback from stakeholders, etc.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6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</a:t>
            </a:r>
            <a:endParaRPr/>
          </a:p>
        </p:txBody>
      </p:sp>
      <p:sp>
        <p:nvSpPr>
          <p:cNvPr id="409" name="Google Shape;409;p46"/>
          <p:cNvSpPr txBox="1"/>
          <p:nvPr/>
        </p:nvSpPr>
        <p:spPr>
          <a:xfrm>
            <a:off x="284700" y="285300"/>
            <a:ext cx="26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Objectives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0" name="Google Shape;410;p46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4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13" name="Google Shape;413;p46"/>
          <p:cNvSpPr txBox="1"/>
          <p:nvPr>
            <p:ph idx="1" type="body"/>
          </p:nvPr>
        </p:nvSpPr>
        <p:spPr>
          <a:xfrm>
            <a:off x="5503325" y="524750"/>
            <a:ext cx="3356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</a:t>
            </a:r>
            <a:r>
              <a:rPr lang="en"/>
              <a:t> few words about your </a:t>
            </a:r>
            <a:r>
              <a:rPr lang="en">
                <a:highlight>
                  <a:schemeClr val="accent1"/>
                </a:highlight>
              </a:rPr>
              <a:t>marketing goals</a:t>
            </a:r>
            <a:r>
              <a:rPr lang="en">
                <a:highlight>
                  <a:schemeClr val="dk1"/>
                </a:highlight>
              </a:rPr>
              <a:t> </a:t>
            </a:r>
            <a:r>
              <a:rPr lang="en"/>
              <a:t>for this project. </a:t>
            </a:r>
            <a:endParaRPr/>
          </a:p>
        </p:txBody>
      </p:sp>
      <p:sp>
        <p:nvSpPr>
          <p:cNvPr id="414" name="Google Shape;414;p46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46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" name="Google Shape;416;p46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" name="Google Shape;417;p46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" name="Google Shape;418;p46"/>
          <p:cNvSpPr txBox="1"/>
          <p:nvPr>
            <p:ph idx="7" type="body"/>
          </p:nvPr>
        </p:nvSpPr>
        <p:spPr>
          <a:xfrm>
            <a:off x="27495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strengthening existing customer relationships, etc.</a:t>
            </a:r>
            <a:endParaRPr/>
          </a:p>
        </p:txBody>
      </p:sp>
      <p:sp>
        <p:nvSpPr>
          <p:cNvPr id="419" name="Google Shape;419;p46"/>
          <p:cNvSpPr txBox="1"/>
          <p:nvPr>
            <p:ph idx="8" type="body"/>
          </p:nvPr>
        </p:nvSpPr>
        <p:spPr>
          <a:xfrm>
            <a:off x="248994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strengthening existing customer relationships, etc.</a:t>
            </a:r>
            <a:endParaRPr/>
          </a:p>
        </p:txBody>
      </p:sp>
      <p:sp>
        <p:nvSpPr>
          <p:cNvPr id="420" name="Google Shape;420;p46"/>
          <p:cNvSpPr txBox="1"/>
          <p:nvPr>
            <p:ph idx="9" type="body"/>
          </p:nvPr>
        </p:nvSpPr>
        <p:spPr>
          <a:xfrm>
            <a:off x="470493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strengthening existing customer relationships, etc.</a:t>
            </a:r>
            <a:endParaRPr/>
          </a:p>
        </p:txBody>
      </p:sp>
      <p:sp>
        <p:nvSpPr>
          <p:cNvPr id="421" name="Google Shape;421;p46"/>
          <p:cNvSpPr txBox="1"/>
          <p:nvPr>
            <p:ph idx="13" type="body"/>
          </p:nvPr>
        </p:nvSpPr>
        <p:spPr>
          <a:xfrm>
            <a:off x="6900335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strengthening existing customer relationships, etc.</a:t>
            </a:r>
            <a:endParaRPr/>
          </a:p>
        </p:txBody>
      </p:sp>
      <p:sp>
        <p:nvSpPr>
          <p:cNvPr id="422" name="Google Shape;422;p46"/>
          <p:cNvSpPr txBox="1"/>
          <p:nvPr>
            <p:ph idx="3" type="subTitle"/>
          </p:nvPr>
        </p:nvSpPr>
        <p:spPr>
          <a:xfrm>
            <a:off x="279528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23" name="Google Shape;423;p46"/>
          <p:cNvSpPr txBox="1"/>
          <p:nvPr>
            <p:ph idx="4" type="subTitle"/>
          </p:nvPr>
        </p:nvSpPr>
        <p:spPr>
          <a:xfrm>
            <a:off x="2489940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24" name="Google Shape;424;p46"/>
          <p:cNvSpPr txBox="1"/>
          <p:nvPr>
            <p:ph idx="5" type="subTitle"/>
          </p:nvPr>
        </p:nvSpPr>
        <p:spPr>
          <a:xfrm>
            <a:off x="4695138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25" name="Google Shape;425;p46"/>
          <p:cNvSpPr txBox="1"/>
          <p:nvPr>
            <p:ph idx="6" type="subTitle"/>
          </p:nvPr>
        </p:nvSpPr>
        <p:spPr>
          <a:xfrm>
            <a:off x="6900335" y="2903871"/>
            <a:ext cx="19701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</p:txBody>
      </p:sp>
      <p:sp>
        <p:nvSpPr>
          <p:cNvPr id="431" name="Google Shape;431;p47"/>
          <p:cNvSpPr txBox="1"/>
          <p:nvPr/>
        </p:nvSpPr>
        <p:spPr>
          <a:xfrm>
            <a:off x="284700" y="285300"/>
            <a:ext cx="26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Objectives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2" name="Google Shape;432;p47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47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35" name="Google Shape;435;p47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47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47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47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47"/>
          <p:cNvSpPr txBox="1"/>
          <p:nvPr>
            <p:ph idx="3" type="subTitle"/>
          </p:nvPr>
        </p:nvSpPr>
        <p:spPr>
          <a:xfrm>
            <a:off x="279528" y="2922921"/>
            <a:ext cx="19701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40" name="Google Shape;440;p47"/>
          <p:cNvSpPr txBox="1"/>
          <p:nvPr>
            <p:ph idx="4" type="subTitle"/>
          </p:nvPr>
        </p:nvSpPr>
        <p:spPr>
          <a:xfrm>
            <a:off x="2489940" y="2922921"/>
            <a:ext cx="19701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41" name="Google Shape;441;p47"/>
          <p:cNvSpPr txBox="1"/>
          <p:nvPr>
            <p:ph idx="5" type="subTitle"/>
          </p:nvPr>
        </p:nvSpPr>
        <p:spPr>
          <a:xfrm>
            <a:off x="4695138" y="2922921"/>
            <a:ext cx="19701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42" name="Google Shape;442;p47"/>
          <p:cNvSpPr txBox="1"/>
          <p:nvPr>
            <p:ph idx="6" type="subTitle"/>
          </p:nvPr>
        </p:nvSpPr>
        <p:spPr>
          <a:xfrm>
            <a:off x="6900335" y="2922921"/>
            <a:ext cx="19701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443" name="Google Shape;443;p47"/>
          <p:cNvSpPr txBox="1"/>
          <p:nvPr>
            <p:ph idx="7" type="body"/>
          </p:nvPr>
        </p:nvSpPr>
        <p:spPr>
          <a:xfrm>
            <a:off x="27495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streamlining internal processes and workflows, enhancing productivity, etc.</a:t>
            </a:r>
            <a:endParaRPr/>
          </a:p>
        </p:txBody>
      </p:sp>
      <p:sp>
        <p:nvSpPr>
          <p:cNvPr id="444" name="Google Shape;444;p47"/>
          <p:cNvSpPr txBox="1"/>
          <p:nvPr>
            <p:ph idx="8" type="body"/>
          </p:nvPr>
        </p:nvSpPr>
        <p:spPr>
          <a:xfrm>
            <a:off x="248994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streamlining internal processes and workflows, enhancing productivity, etc.</a:t>
            </a:r>
            <a:endParaRPr/>
          </a:p>
        </p:txBody>
      </p:sp>
      <p:sp>
        <p:nvSpPr>
          <p:cNvPr id="445" name="Google Shape;445;p47"/>
          <p:cNvSpPr txBox="1"/>
          <p:nvPr>
            <p:ph idx="9" type="body"/>
          </p:nvPr>
        </p:nvSpPr>
        <p:spPr>
          <a:xfrm>
            <a:off x="4704930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streamlining internal processes and workflows, enhancing productivity, etc.</a:t>
            </a:r>
            <a:endParaRPr/>
          </a:p>
        </p:txBody>
      </p:sp>
      <p:sp>
        <p:nvSpPr>
          <p:cNvPr id="446" name="Google Shape;446;p47"/>
          <p:cNvSpPr txBox="1"/>
          <p:nvPr>
            <p:ph idx="13" type="body"/>
          </p:nvPr>
        </p:nvSpPr>
        <p:spPr>
          <a:xfrm>
            <a:off x="6900335" y="3206259"/>
            <a:ext cx="19701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streamlining internal processes and workflows, enhancing productivity, etc.</a:t>
            </a:r>
            <a:endParaRPr/>
          </a:p>
        </p:txBody>
      </p:sp>
      <p:sp>
        <p:nvSpPr>
          <p:cNvPr id="447" name="Google Shape;447;p47"/>
          <p:cNvSpPr txBox="1"/>
          <p:nvPr>
            <p:ph idx="1" type="body"/>
          </p:nvPr>
        </p:nvSpPr>
        <p:spPr>
          <a:xfrm>
            <a:off x="5503325" y="524750"/>
            <a:ext cx="3356100" cy="7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</a:t>
            </a:r>
            <a:r>
              <a:rPr lang="en"/>
              <a:t> few words about the </a:t>
            </a:r>
            <a:r>
              <a:rPr lang="en">
                <a:highlight>
                  <a:schemeClr val="accent1"/>
                </a:highlight>
              </a:rPr>
              <a:t>business goals or objectives</a:t>
            </a:r>
            <a:r>
              <a:rPr lang="en"/>
              <a:t> for this project.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ws of rectangular windows cover the face of a modern building." id="452" name="Google Shape;452;p48"/>
          <p:cNvPicPr preferRelativeResize="0"/>
          <p:nvPr/>
        </p:nvPicPr>
        <p:blipFill rotWithShape="1">
          <a:blip r:embed="rId3">
            <a:alphaModFix/>
          </a:blip>
          <a:srcRect b="39725" l="0" r="0" t="26218"/>
          <a:stretch/>
        </p:blipFill>
        <p:spPr>
          <a:xfrm>
            <a:off x="6877850" y="0"/>
            <a:ext cx="2266150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8"/>
          <p:cNvSpPr txBox="1"/>
          <p:nvPr>
            <p:ph type="title"/>
          </p:nvPr>
        </p:nvSpPr>
        <p:spPr>
          <a:xfrm>
            <a:off x="276075" y="457200"/>
            <a:ext cx="57132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measure the success of this project</a:t>
            </a:r>
            <a:endParaRPr/>
          </a:p>
        </p:txBody>
      </p:sp>
      <p:sp>
        <p:nvSpPr>
          <p:cNvPr id="454" name="Google Shape;454;p48"/>
          <p:cNvSpPr txBox="1"/>
          <p:nvPr/>
        </p:nvSpPr>
        <p:spPr>
          <a:xfrm>
            <a:off x="577998" y="3493997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</a:t>
            </a: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55" name="Google Shape;455;p48"/>
          <p:cNvSpPr txBox="1"/>
          <p:nvPr/>
        </p:nvSpPr>
        <p:spPr>
          <a:xfrm>
            <a:off x="577166" y="3155908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48"/>
          <p:cNvSpPr txBox="1"/>
          <p:nvPr/>
        </p:nvSpPr>
        <p:spPr>
          <a:xfrm>
            <a:off x="577166" y="2403075"/>
            <a:ext cx="16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Communication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</a:t>
            </a: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bjectives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457" name="Google Shape;457;p48"/>
          <p:cNvCxnSpPr/>
          <p:nvPr/>
        </p:nvCxnSpPr>
        <p:spPr>
          <a:xfrm>
            <a:off x="283950" y="2517038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48"/>
          <p:cNvCxnSpPr/>
          <p:nvPr/>
        </p:nvCxnSpPr>
        <p:spPr>
          <a:xfrm>
            <a:off x="283950" y="3236362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48"/>
          <p:cNvSpPr txBox="1"/>
          <p:nvPr/>
        </p:nvSpPr>
        <p:spPr>
          <a:xfrm>
            <a:off x="577998" y="4366276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60" name="Google Shape;460;p48"/>
          <p:cNvSpPr txBox="1"/>
          <p:nvPr/>
        </p:nvSpPr>
        <p:spPr>
          <a:xfrm>
            <a:off x="577166" y="4067753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1" name="Google Shape;461;p48"/>
          <p:cNvCxnSpPr/>
          <p:nvPr/>
        </p:nvCxnSpPr>
        <p:spPr>
          <a:xfrm>
            <a:off x="283950" y="4138727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48"/>
          <p:cNvSpPr txBox="1"/>
          <p:nvPr/>
        </p:nvSpPr>
        <p:spPr>
          <a:xfrm>
            <a:off x="3186055" y="3493997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63" name="Google Shape;463;p48"/>
          <p:cNvSpPr txBox="1"/>
          <p:nvPr/>
        </p:nvSpPr>
        <p:spPr>
          <a:xfrm>
            <a:off x="3185224" y="3155908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3185224" y="2403075"/>
            <a:ext cx="16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Marketing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</a:t>
            </a: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bjectives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465" name="Google Shape;465;p48"/>
          <p:cNvCxnSpPr/>
          <p:nvPr/>
        </p:nvCxnSpPr>
        <p:spPr>
          <a:xfrm>
            <a:off x="2892008" y="2517038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48"/>
          <p:cNvCxnSpPr/>
          <p:nvPr/>
        </p:nvCxnSpPr>
        <p:spPr>
          <a:xfrm>
            <a:off x="2892008" y="3236362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8"/>
          <p:cNvSpPr txBox="1"/>
          <p:nvPr/>
        </p:nvSpPr>
        <p:spPr>
          <a:xfrm>
            <a:off x="3186055" y="4366276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68" name="Google Shape;468;p48"/>
          <p:cNvSpPr txBox="1"/>
          <p:nvPr/>
        </p:nvSpPr>
        <p:spPr>
          <a:xfrm>
            <a:off x="3185224" y="4067753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9" name="Google Shape;469;p48"/>
          <p:cNvCxnSpPr/>
          <p:nvPr/>
        </p:nvCxnSpPr>
        <p:spPr>
          <a:xfrm>
            <a:off x="2892008" y="4138727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8"/>
          <p:cNvSpPr txBox="1"/>
          <p:nvPr/>
        </p:nvSpPr>
        <p:spPr>
          <a:xfrm>
            <a:off x="5794092" y="3493997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71" name="Google Shape;471;p48"/>
          <p:cNvSpPr txBox="1"/>
          <p:nvPr/>
        </p:nvSpPr>
        <p:spPr>
          <a:xfrm>
            <a:off x="5794092" y="3155908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48"/>
          <p:cNvSpPr txBox="1"/>
          <p:nvPr/>
        </p:nvSpPr>
        <p:spPr>
          <a:xfrm>
            <a:off x="5794092" y="2403075"/>
            <a:ext cx="16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Business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</a:t>
            </a: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bjectives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473" name="Google Shape;473;p48"/>
          <p:cNvCxnSpPr/>
          <p:nvPr/>
        </p:nvCxnSpPr>
        <p:spPr>
          <a:xfrm>
            <a:off x="5500877" y="2517038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8"/>
          <p:cNvCxnSpPr/>
          <p:nvPr/>
        </p:nvCxnSpPr>
        <p:spPr>
          <a:xfrm>
            <a:off x="5500877" y="3236362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8"/>
          <p:cNvSpPr txBox="1"/>
          <p:nvPr/>
        </p:nvSpPr>
        <p:spPr>
          <a:xfrm>
            <a:off x="5794092" y="4366276"/>
            <a:ext cx="16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00%</a:t>
            </a:r>
            <a:endParaRPr sz="1200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794092" y="4067753"/>
            <a:ext cx="16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brief description of the key performance indicator (KPI).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7" name="Google Shape;477;p48"/>
          <p:cNvCxnSpPr/>
          <p:nvPr/>
        </p:nvCxnSpPr>
        <p:spPr>
          <a:xfrm>
            <a:off x="5500877" y="4138727"/>
            <a:ext cx="110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4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9"/>
          <p:cNvSpPr/>
          <p:nvPr/>
        </p:nvSpPr>
        <p:spPr>
          <a:xfrm>
            <a:off x="50" y="1416650"/>
            <a:ext cx="5123400" cy="326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" name="Google Shape;485;p49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 or target audience</a:t>
            </a:r>
            <a:endParaRPr/>
          </a:p>
        </p:txBody>
      </p:sp>
      <p:sp>
        <p:nvSpPr>
          <p:cNvPr id="486" name="Google Shape;486;p49"/>
          <p:cNvSpPr txBox="1"/>
          <p:nvPr/>
        </p:nvSpPr>
        <p:spPr>
          <a:xfrm>
            <a:off x="2975050" y="2108050"/>
            <a:ext cx="19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Introduce a persona, or fictional character, that represents your target audience.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49"/>
          <p:cNvSpPr txBox="1"/>
          <p:nvPr/>
        </p:nvSpPr>
        <p:spPr>
          <a:xfrm>
            <a:off x="2975050" y="1627450"/>
            <a:ext cx="235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Persona Name</a:t>
            </a:r>
            <a:endParaRPr sz="16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88" name="Google Shape;488;p49"/>
          <p:cNvSpPr txBox="1"/>
          <p:nvPr/>
        </p:nvSpPr>
        <p:spPr>
          <a:xfrm>
            <a:off x="2975050" y="40194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" name="Google Shape;489;p49"/>
          <p:cNvSpPr txBox="1"/>
          <p:nvPr/>
        </p:nvSpPr>
        <p:spPr>
          <a:xfrm>
            <a:off x="5328975" y="2108050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Needs and motivations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does your persona want, and what do they care about?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" name="Google Shape;490;p49"/>
          <p:cNvSpPr txBox="1"/>
          <p:nvPr/>
        </p:nvSpPr>
        <p:spPr>
          <a:xfrm>
            <a:off x="5328975" y="2922525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Pain points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challenges does your persona face? What are their concerns?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49"/>
          <p:cNvSpPr txBox="1"/>
          <p:nvPr/>
        </p:nvSpPr>
        <p:spPr>
          <a:xfrm>
            <a:off x="5328975" y="3767900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How we can help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Describe how your product meets the needs of your persona and addresses their pain points.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49"/>
          <p:cNvSpPr txBox="1"/>
          <p:nvPr/>
        </p:nvSpPr>
        <p:spPr>
          <a:xfrm>
            <a:off x="2975050" y="42807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Profession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49"/>
          <p:cNvSpPr txBox="1"/>
          <p:nvPr/>
        </p:nvSpPr>
        <p:spPr>
          <a:xfrm>
            <a:off x="2975050" y="37581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Pronouns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94" name="Google Shape;494;p49"/>
          <p:cNvGrpSpPr/>
          <p:nvPr/>
        </p:nvGrpSpPr>
        <p:grpSpPr>
          <a:xfrm>
            <a:off x="2975050" y="3704119"/>
            <a:ext cx="1935600" cy="783900"/>
            <a:chOff x="2975050" y="3689000"/>
            <a:chExt cx="1935600" cy="783900"/>
          </a:xfrm>
        </p:grpSpPr>
        <p:cxnSp>
          <p:nvCxnSpPr>
            <p:cNvPr id="495" name="Google Shape;495;p49"/>
            <p:cNvCxnSpPr/>
            <p:nvPr/>
          </p:nvCxnSpPr>
          <p:spPr>
            <a:xfrm>
              <a:off x="2975050" y="39503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49"/>
            <p:cNvCxnSpPr/>
            <p:nvPr/>
          </p:nvCxnSpPr>
          <p:spPr>
            <a:xfrm>
              <a:off x="2975050" y="42116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49"/>
            <p:cNvCxnSpPr/>
            <p:nvPr/>
          </p:nvCxnSpPr>
          <p:spPr>
            <a:xfrm>
              <a:off x="2975050" y="44729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49"/>
            <p:cNvCxnSpPr/>
            <p:nvPr/>
          </p:nvCxnSpPr>
          <p:spPr>
            <a:xfrm>
              <a:off x="2975050" y="36890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99" name="Google Shape;499;p49"/>
          <p:cNvCxnSpPr/>
          <p:nvPr/>
        </p:nvCxnSpPr>
        <p:spPr>
          <a:xfrm>
            <a:off x="2975050" y="1979623"/>
            <a:ext cx="5109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4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Listening to music in headphones. Young african american man in black jacket outdoors in the city standing against modern business building (Provided by Getty Images)" id="502" name="Google Shape;502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7553" l="44106" r="23473" t="25009"/>
          <a:stretch/>
        </p:blipFill>
        <p:spPr>
          <a:xfrm>
            <a:off x="-1" y="1416700"/>
            <a:ext cx="2762400" cy="32670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508" name="Google Shape;508;p50"/>
          <p:cNvSpPr txBox="1"/>
          <p:nvPr/>
        </p:nvSpPr>
        <p:spPr>
          <a:xfrm>
            <a:off x="284700" y="32000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" name="Google Shape;509;p50"/>
          <p:cNvSpPr txBox="1"/>
          <p:nvPr/>
        </p:nvSpPr>
        <p:spPr>
          <a:xfrm>
            <a:off x="284700" y="34613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Profession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50"/>
          <p:cNvSpPr txBox="1"/>
          <p:nvPr/>
        </p:nvSpPr>
        <p:spPr>
          <a:xfrm>
            <a:off x="284700" y="29387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Pronouns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50"/>
          <p:cNvSpPr txBox="1"/>
          <p:nvPr/>
        </p:nvSpPr>
        <p:spPr>
          <a:xfrm>
            <a:off x="284700" y="37226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Location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50"/>
          <p:cNvSpPr txBox="1"/>
          <p:nvPr/>
        </p:nvSpPr>
        <p:spPr>
          <a:xfrm>
            <a:off x="284700" y="39839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Relationship Status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50"/>
          <p:cNvSpPr txBox="1"/>
          <p:nvPr/>
        </p:nvSpPr>
        <p:spPr>
          <a:xfrm>
            <a:off x="284700" y="42452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Education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4" name="Google Shape;514;p50"/>
          <p:cNvGrpSpPr/>
          <p:nvPr/>
        </p:nvGrpSpPr>
        <p:grpSpPr>
          <a:xfrm>
            <a:off x="284700" y="3130950"/>
            <a:ext cx="2477700" cy="1306500"/>
            <a:chOff x="284700" y="3130950"/>
            <a:chExt cx="2477700" cy="1306500"/>
          </a:xfrm>
        </p:grpSpPr>
        <p:cxnSp>
          <p:nvCxnSpPr>
            <p:cNvPr id="515" name="Google Shape;515;p50"/>
            <p:cNvCxnSpPr/>
            <p:nvPr/>
          </p:nvCxnSpPr>
          <p:spPr>
            <a:xfrm>
              <a:off x="284700" y="31309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50"/>
            <p:cNvCxnSpPr/>
            <p:nvPr/>
          </p:nvCxnSpPr>
          <p:spPr>
            <a:xfrm>
              <a:off x="284700" y="33922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50"/>
            <p:cNvCxnSpPr/>
            <p:nvPr/>
          </p:nvCxnSpPr>
          <p:spPr>
            <a:xfrm>
              <a:off x="284700" y="36535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50"/>
            <p:cNvCxnSpPr/>
            <p:nvPr/>
          </p:nvCxnSpPr>
          <p:spPr>
            <a:xfrm>
              <a:off x="284700" y="39148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50"/>
            <p:cNvCxnSpPr/>
            <p:nvPr/>
          </p:nvCxnSpPr>
          <p:spPr>
            <a:xfrm>
              <a:off x="284700" y="41761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50"/>
            <p:cNvCxnSpPr/>
            <p:nvPr/>
          </p:nvCxnSpPr>
          <p:spPr>
            <a:xfrm>
              <a:off x="284700" y="44374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1" name="Google Shape;521;p50"/>
          <p:cNvSpPr txBox="1"/>
          <p:nvPr/>
        </p:nvSpPr>
        <p:spPr>
          <a:xfrm>
            <a:off x="3003025" y="1111850"/>
            <a:ext cx="302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“Quote the persona on their needs and wants. This can be a fictional line or an excerpt from a user interview.”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22" name="Google Shape;522;p50"/>
          <p:cNvSpPr txBox="1"/>
          <p:nvPr/>
        </p:nvSpPr>
        <p:spPr>
          <a:xfrm>
            <a:off x="3002975" y="2038150"/>
            <a:ext cx="30267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Bio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Introduce your persona. Think about a hypothetical user or customer who represents an audience segment. The individual might be fictional, but the insights should be derived from your audience research.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" name="Google Shape;523;p50"/>
          <p:cNvSpPr txBox="1"/>
          <p:nvPr/>
        </p:nvSpPr>
        <p:spPr>
          <a:xfrm>
            <a:off x="6270450" y="1111850"/>
            <a:ext cx="25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Motivations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grpSp>
        <p:nvGrpSpPr>
          <p:cNvPr id="524" name="Google Shape;524;p50"/>
          <p:cNvGrpSpPr/>
          <p:nvPr/>
        </p:nvGrpSpPr>
        <p:grpSpPr>
          <a:xfrm>
            <a:off x="6270450" y="1426163"/>
            <a:ext cx="2591700" cy="245313"/>
            <a:chOff x="6270450" y="1426163"/>
            <a:chExt cx="2591700" cy="245313"/>
          </a:xfrm>
        </p:grpSpPr>
        <p:sp>
          <p:nvSpPr>
            <p:cNvPr id="525" name="Google Shape;525;p50"/>
            <p:cNvSpPr txBox="1"/>
            <p:nvPr/>
          </p:nvSpPr>
          <p:spPr>
            <a:xfrm>
              <a:off x="6270450" y="142616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26" name="Google Shape;526;p50"/>
            <p:cNvGrpSpPr/>
            <p:nvPr/>
          </p:nvGrpSpPr>
          <p:grpSpPr>
            <a:xfrm>
              <a:off x="6270450" y="1603375"/>
              <a:ext cx="2591700" cy="68100"/>
              <a:chOff x="6270450" y="1603375"/>
              <a:chExt cx="2591700" cy="68100"/>
            </a:xfrm>
          </p:grpSpPr>
          <p:sp>
            <p:nvSpPr>
              <p:cNvPr id="527" name="Google Shape;527;p50"/>
              <p:cNvSpPr/>
              <p:nvPr/>
            </p:nvSpPr>
            <p:spPr>
              <a:xfrm>
                <a:off x="6270450" y="160337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descr="A series of charts showing motivational drivers for the user persona. " id="528" name="Google Shape;528;p50"/>
              <p:cNvSpPr/>
              <p:nvPr/>
            </p:nvSpPr>
            <p:spPr>
              <a:xfrm>
                <a:off x="6270450" y="1603375"/>
                <a:ext cx="17964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29" name="Google Shape;529;p50"/>
          <p:cNvGrpSpPr/>
          <p:nvPr/>
        </p:nvGrpSpPr>
        <p:grpSpPr>
          <a:xfrm>
            <a:off x="6270450" y="1788813"/>
            <a:ext cx="2591700" cy="245313"/>
            <a:chOff x="6270450" y="1788813"/>
            <a:chExt cx="2591700" cy="245313"/>
          </a:xfrm>
        </p:grpSpPr>
        <p:sp>
          <p:nvSpPr>
            <p:cNvPr id="530" name="Google Shape;530;p50"/>
            <p:cNvSpPr txBox="1"/>
            <p:nvPr/>
          </p:nvSpPr>
          <p:spPr>
            <a:xfrm>
              <a:off x="6270450" y="178881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31" name="Google Shape;531;p50"/>
            <p:cNvGrpSpPr/>
            <p:nvPr/>
          </p:nvGrpSpPr>
          <p:grpSpPr>
            <a:xfrm>
              <a:off x="6270450" y="1966025"/>
              <a:ext cx="2591700" cy="68100"/>
              <a:chOff x="6270450" y="1966025"/>
              <a:chExt cx="2591700" cy="68100"/>
            </a:xfrm>
          </p:grpSpPr>
          <p:sp>
            <p:nvSpPr>
              <p:cNvPr id="532" name="Google Shape;532;p50"/>
              <p:cNvSpPr/>
              <p:nvPr/>
            </p:nvSpPr>
            <p:spPr>
              <a:xfrm>
                <a:off x="6270450" y="196602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" name="Google Shape;533;p50"/>
              <p:cNvSpPr/>
              <p:nvPr/>
            </p:nvSpPr>
            <p:spPr>
              <a:xfrm>
                <a:off x="6270450" y="1966025"/>
                <a:ext cx="1101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34" name="Google Shape;534;p50"/>
          <p:cNvGrpSpPr/>
          <p:nvPr/>
        </p:nvGrpSpPr>
        <p:grpSpPr>
          <a:xfrm>
            <a:off x="6270450" y="2151463"/>
            <a:ext cx="2591700" cy="245313"/>
            <a:chOff x="6270450" y="2151463"/>
            <a:chExt cx="2591700" cy="245313"/>
          </a:xfrm>
        </p:grpSpPr>
        <p:sp>
          <p:nvSpPr>
            <p:cNvPr id="535" name="Google Shape;535;p50"/>
            <p:cNvSpPr txBox="1"/>
            <p:nvPr/>
          </p:nvSpPr>
          <p:spPr>
            <a:xfrm>
              <a:off x="6270450" y="215146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3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36" name="Google Shape;536;p50"/>
            <p:cNvGrpSpPr/>
            <p:nvPr/>
          </p:nvGrpSpPr>
          <p:grpSpPr>
            <a:xfrm>
              <a:off x="6270450" y="2328675"/>
              <a:ext cx="2591700" cy="68100"/>
              <a:chOff x="6270450" y="2328675"/>
              <a:chExt cx="2591700" cy="68100"/>
            </a:xfrm>
          </p:grpSpPr>
          <p:sp>
            <p:nvSpPr>
              <p:cNvPr id="537" name="Google Shape;537;p50"/>
              <p:cNvSpPr/>
              <p:nvPr/>
            </p:nvSpPr>
            <p:spPr>
              <a:xfrm>
                <a:off x="6270450" y="232867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8" name="Google Shape;538;p50"/>
              <p:cNvSpPr/>
              <p:nvPr/>
            </p:nvSpPr>
            <p:spPr>
              <a:xfrm>
                <a:off x="6270450" y="2328675"/>
                <a:ext cx="21405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39" name="Google Shape;539;p50"/>
          <p:cNvSpPr txBox="1"/>
          <p:nvPr/>
        </p:nvSpPr>
        <p:spPr>
          <a:xfrm>
            <a:off x="6270350" y="2764600"/>
            <a:ext cx="25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Tech skills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grpSp>
        <p:nvGrpSpPr>
          <p:cNvPr id="540" name="Google Shape;540;p50"/>
          <p:cNvGrpSpPr/>
          <p:nvPr/>
        </p:nvGrpSpPr>
        <p:grpSpPr>
          <a:xfrm>
            <a:off x="6270350" y="3078924"/>
            <a:ext cx="1188407" cy="265512"/>
            <a:chOff x="6270350" y="3078924"/>
            <a:chExt cx="1188407" cy="265512"/>
          </a:xfrm>
        </p:grpSpPr>
        <p:grpSp>
          <p:nvGrpSpPr>
            <p:cNvPr id="541" name="Google Shape;541;p50"/>
            <p:cNvGrpSpPr/>
            <p:nvPr/>
          </p:nvGrpSpPr>
          <p:grpSpPr>
            <a:xfrm>
              <a:off x="6270367" y="3264036"/>
              <a:ext cx="1188390" cy="80400"/>
              <a:chOff x="6270367" y="3264036"/>
              <a:chExt cx="1188390" cy="80400"/>
            </a:xfrm>
          </p:grpSpPr>
          <p:sp>
            <p:nvSpPr>
              <p:cNvPr id="542" name="Google Shape;542;p50"/>
              <p:cNvSpPr/>
              <p:nvPr/>
            </p:nvSpPr>
            <p:spPr>
              <a:xfrm>
                <a:off x="627036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" name="Google Shape;543;p50"/>
              <p:cNvSpPr/>
              <p:nvPr/>
            </p:nvSpPr>
            <p:spPr>
              <a:xfrm>
                <a:off x="639347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4" name="Google Shape;544;p50"/>
              <p:cNvSpPr/>
              <p:nvPr/>
            </p:nvSpPr>
            <p:spPr>
              <a:xfrm>
                <a:off x="651658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5" name="Google Shape;545;p50"/>
              <p:cNvSpPr/>
              <p:nvPr/>
            </p:nvSpPr>
            <p:spPr>
              <a:xfrm>
                <a:off x="663969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6" name="Google Shape;546;p50"/>
              <p:cNvSpPr/>
              <p:nvPr/>
            </p:nvSpPr>
            <p:spPr>
              <a:xfrm>
                <a:off x="676280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7" name="Google Shape;547;p50"/>
              <p:cNvSpPr/>
              <p:nvPr/>
            </p:nvSpPr>
            <p:spPr>
              <a:xfrm>
                <a:off x="688591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" name="Google Shape;548;p50"/>
              <p:cNvSpPr/>
              <p:nvPr/>
            </p:nvSpPr>
            <p:spPr>
              <a:xfrm>
                <a:off x="700902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" name="Google Shape;549;p50"/>
              <p:cNvSpPr/>
              <p:nvPr/>
            </p:nvSpPr>
            <p:spPr>
              <a:xfrm>
                <a:off x="713213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0" name="Google Shape;550;p50"/>
              <p:cNvSpPr/>
              <p:nvPr/>
            </p:nvSpPr>
            <p:spPr>
              <a:xfrm>
                <a:off x="725524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1" name="Google Shape;551;p50"/>
              <p:cNvSpPr/>
              <p:nvPr/>
            </p:nvSpPr>
            <p:spPr>
              <a:xfrm>
                <a:off x="737835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descr="A series of charts showing the user persona's proficiency with several apps and devices. " id="552" name="Google Shape;552;p50"/>
            <p:cNvSpPr txBox="1"/>
            <p:nvPr/>
          </p:nvSpPr>
          <p:spPr>
            <a:xfrm>
              <a:off x="6270350" y="3078925"/>
              <a:ext cx="53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Device 1 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3" name="Google Shape;553;p50"/>
            <p:cNvSpPr txBox="1"/>
            <p:nvPr/>
          </p:nvSpPr>
          <p:spPr>
            <a:xfrm>
              <a:off x="7026349" y="3078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54" name="Google Shape;554;p50"/>
          <p:cNvGrpSpPr/>
          <p:nvPr/>
        </p:nvGrpSpPr>
        <p:grpSpPr>
          <a:xfrm>
            <a:off x="7673652" y="3078924"/>
            <a:ext cx="1188368" cy="265482"/>
            <a:chOff x="7673652" y="3078924"/>
            <a:chExt cx="1188368" cy="265482"/>
          </a:xfrm>
        </p:grpSpPr>
        <p:grpSp>
          <p:nvGrpSpPr>
            <p:cNvPr id="555" name="Google Shape;555;p50"/>
            <p:cNvGrpSpPr/>
            <p:nvPr/>
          </p:nvGrpSpPr>
          <p:grpSpPr>
            <a:xfrm>
              <a:off x="7673660" y="3264036"/>
              <a:ext cx="1188360" cy="80370"/>
              <a:chOff x="5899350" y="4265151"/>
              <a:chExt cx="1330750" cy="90000"/>
            </a:xfrm>
          </p:grpSpPr>
          <p:sp>
            <p:nvSpPr>
              <p:cNvPr id="556" name="Google Shape;556;p50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50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50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50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50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50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50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50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50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" name="Google Shape;565;p50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66" name="Google Shape;566;p50"/>
            <p:cNvSpPr txBox="1"/>
            <p:nvPr/>
          </p:nvSpPr>
          <p:spPr>
            <a:xfrm>
              <a:off x="7673652" y="3078925"/>
              <a:ext cx="53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Device 2 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7" name="Google Shape;567;p50"/>
            <p:cNvSpPr txBox="1"/>
            <p:nvPr/>
          </p:nvSpPr>
          <p:spPr>
            <a:xfrm>
              <a:off x="8429642" y="3078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68" name="Google Shape;568;p50"/>
          <p:cNvGrpSpPr/>
          <p:nvPr/>
        </p:nvGrpSpPr>
        <p:grpSpPr>
          <a:xfrm>
            <a:off x="6270350" y="3639924"/>
            <a:ext cx="1188377" cy="265482"/>
            <a:chOff x="6270350" y="3639924"/>
            <a:chExt cx="1188377" cy="265482"/>
          </a:xfrm>
        </p:grpSpPr>
        <p:grpSp>
          <p:nvGrpSpPr>
            <p:cNvPr id="569" name="Google Shape;569;p50"/>
            <p:cNvGrpSpPr/>
            <p:nvPr/>
          </p:nvGrpSpPr>
          <p:grpSpPr>
            <a:xfrm>
              <a:off x="6270367" y="3825036"/>
              <a:ext cx="1188360" cy="80370"/>
              <a:chOff x="5899350" y="4265151"/>
              <a:chExt cx="1330750" cy="90000"/>
            </a:xfrm>
          </p:grpSpPr>
          <p:sp>
            <p:nvSpPr>
              <p:cNvPr id="570" name="Google Shape;570;p50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" name="Google Shape;571;p50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2" name="Google Shape;572;p50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" name="Google Shape;573;p50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4" name="Google Shape;574;p50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5" name="Google Shape;575;p50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6" name="Google Shape;576;p50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" name="Google Shape;577;p50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8" name="Google Shape;578;p50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9" name="Google Shape;579;p50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80" name="Google Shape;580;p50"/>
            <p:cNvSpPr txBox="1"/>
            <p:nvPr/>
          </p:nvSpPr>
          <p:spPr>
            <a:xfrm>
              <a:off x="6270350" y="3639935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App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1" name="Google Shape;581;p50"/>
            <p:cNvSpPr txBox="1"/>
            <p:nvPr/>
          </p:nvSpPr>
          <p:spPr>
            <a:xfrm>
              <a:off x="7026349" y="3639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2" name="Google Shape;582;p50"/>
          <p:cNvGrpSpPr/>
          <p:nvPr/>
        </p:nvGrpSpPr>
        <p:grpSpPr>
          <a:xfrm>
            <a:off x="7673643" y="3639924"/>
            <a:ext cx="1188377" cy="265482"/>
            <a:chOff x="7673643" y="3639924"/>
            <a:chExt cx="1188377" cy="265482"/>
          </a:xfrm>
        </p:grpSpPr>
        <p:grpSp>
          <p:nvGrpSpPr>
            <p:cNvPr id="583" name="Google Shape;583;p50"/>
            <p:cNvGrpSpPr/>
            <p:nvPr/>
          </p:nvGrpSpPr>
          <p:grpSpPr>
            <a:xfrm>
              <a:off x="7673660" y="3825036"/>
              <a:ext cx="1188360" cy="80370"/>
              <a:chOff x="5899350" y="4265151"/>
              <a:chExt cx="1330750" cy="90000"/>
            </a:xfrm>
          </p:grpSpPr>
          <p:sp>
            <p:nvSpPr>
              <p:cNvPr id="584" name="Google Shape;584;p50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5" name="Google Shape;585;p50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6" name="Google Shape;586;p50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7" name="Google Shape;587;p50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" name="Google Shape;588;p50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50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50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50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" name="Google Shape;592;p50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3" name="Google Shape;593;p50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94" name="Google Shape;594;p50"/>
            <p:cNvSpPr txBox="1"/>
            <p:nvPr/>
          </p:nvSpPr>
          <p:spPr>
            <a:xfrm>
              <a:off x="7673643" y="3639935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App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95" name="Google Shape;595;p50"/>
            <p:cNvSpPr txBox="1"/>
            <p:nvPr/>
          </p:nvSpPr>
          <p:spPr>
            <a:xfrm>
              <a:off x="8429642" y="3639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96" name="Google Shape;596;p50"/>
          <p:cNvSpPr txBox="1"/>
          <p:nvPr/>
        </p:nvSpPr>
        <p:spPr>
          <a:xfrm>
            <a:off x="3003025" y="3392250"/>
            <a:ext cx="3026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Goals</a:t>
            </a:r>
            <a:endParaRPr sz="1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 they want to achieve?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 they care about?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solutions are they looking for?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5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5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man listens to music on his headphones while standing outdoors. " id="599" name="Google Shape;599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771" l="0" r="0" t="11817"/>
          <a:stretch/>
        </p:blipFill>
        <p:spPr>
          <a:xfrm>
            <a:off x="0" y="1111925"/>
            <a:ext cx="2762400" cy="16533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spy out-of-focus clouds under a solid blue sky. " id="604" name="Google Shape;604;p51"/>
          <p:cNvPicPr preferRelativeResize="0"/>
          <p:nvPr/>
        </p:nvPicPr>
        <p:blipFill rotWithShape="1">
          <a:blip r:embed="rId3">
            <a:alphaModFix/>
          </a:blip>
          <a:srcRect b="0" l="0" r="0" t="1560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1"/>
          <p:cNvSpPr/>
          <p:nvPr/>
        </p:nvSpPr>
        <p:spPr>
          <a:xfrm>
            <a:off x="5562200" y="3405450"/>
            <a:ext cx="3293700" cy="120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51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roadmap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7" name="Google Shape;607;p51"/>
          <p:cNvSpPr txBox="1"/>
          <p:nvPr/>
        </p:nvSpPr>
        <p:spPr>
          <a:xfrm>
            <a:off x="3866788" y="2375963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01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08" name="Google Shape;608;p51"/>
          <p:cNvCxnSpPr/>
          <p:nvPr/>
        </p:nvCxnSpPr>
        <p:spPr>
          <a:xfrm>
            <a:off x="4640713" y="248367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51"/>
          <p:cNvSpPr txBox="1"/>
          <p:nvPr/>
        </p:nvSpPr>
        <p:spPr>
          <a:xfrm>
            <a:off x="6586338" y="2375963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02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10" name="Google Shape;610;p51"/>
          <p:cNvCxnSpPr/>
          <p:nvPr/>
        </p:nvCxnSpPr>
        <p:spPr>
          <a:xfrm>
            <a:off x="7397088" y="248367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1"/>
          <p:cNvSpPr txBox="1"/>
          <p:nvPr/>
        </p:nvSpPr>
        <p:spPr>
          <a:xfrm>
            <a:off x="284988" y="357665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03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12" name="Google Shape;612;p51"/>
          <p:cNvCxnSpPr/>
          <p:nvPr/>
        </p:nvCxnSpPr>
        <p:spPr>
          <a:xfrm>
            <a:off x="1058913" y="3684363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51"/>
          <p:cNvSpPr txBox="1"/>
          <p:nvPr/>
        </p:nvSpPr>
        <p:spPr>
          <a:xfrm>
            <a:off x="3004538" y="357665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04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14" name="Google Shape;614;p51"/>
          <p:cNvCxnSpPr/>
          <p:nvPr/>
        </p:nvCxnSpPr>
        <p:spPr>
          <a:xfrm>
            <a:off x="3815288" y="3684363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1"/>
          <p:cNvSpPr txBox="1"/>
          <p:nvPr/>
        </p:nvSpPr>
        <p:spPr>
          <a:xfrm>
            <a:off x="5724088" y="3573317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16" name="Google Shape;616;p51"/>
          <p:cNvSpPr txBox="1"/>
          <p:nvPr/>
        </p:nvSpPr>
        <p:spPr>
          <a:xfrm>
            <a:off x="3868200" y="2716300"/>
            <a:ext cx="18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steps must the team </a:t>
            </a:r>
            <a:b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take in order to reach their business goals?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51"/>
          <p:cNvSpPr txBox="1"/>
          <p:nvPr/>
        </p:nvSpPr>
        <p:spPr>
          <a:xfrm>
            <a:off x="6586350" y="2716300"/>
            <a:ext cx="17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Remember, this is a high-level summary. Focus on key milestones.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51"/>
          <p:cNvSpPr txBox="1"/>
          <p:nvPr/>
        </p:nvSpPr>
        <p:spPr>
          <a:xfrm>
            <a:off x="285000" y="3933675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example, mention the project kickoff, the first delivery, go-live day, etc.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" name="Google Shape;619;p51"/>
          <p:cNvSpPr txBox="1"/>
          <p:nvPr/>
        </p:nvSpPr>
        <p:spPr>
          <a:xfrm>
            <a:off x="3004550" y="3933675"/>
            <a:ext cx="15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can also describe phases like strategy, concepting, etc.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" name="Google Shape;620;p51"/>
          <p:cNvSpPr txBox="1"/>
          <p:nvPr/>
        </p:nvSpPr>
        <p:spPr>
          <a:xfrm>
            <a:off x="5724100" y="3930342"/>
            <a:ext cx="18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Finally, describe what needs to happen for the project to reach its conclusion.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21" name="Google Shape;621;p51"/>
          <p:cNvGrpSpPr/>
          <p:nvPr/>
        </p:nvGrpSpPr>
        <p:grpSpPr>
          <a:xfrm>
            <a:off x="281963" y="2203375"/>
            <a:ext cx="8577038" cy="2404150"/>
            <a:chOff x="281963" y="2203375"/>
            <a:chExt cx="8577038" cy="2404150"/>
          </a:xfrm>
        </p:grpSpPr>
        <p:cxnSp>
          <p:nvCxnSpPr>
            <p:cNvPr id="622" name="Google Shape;622;p51"/>
            <p:cNvCxnSpPr/>
            <p:nvPr/>
          </p:nvCxnSpPr>
          <p:spPr>
            <a:xfrm rot="10800000">
              <a:off x="285000" y="4607525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51"/>
            <p:cNvCxnSpPr/>
            <p:nvPr/>
          </p:nvCxnSpPr>
          <p:spPr>
            <a:xfrm rot="10800000">
              <a:off x="282975" y="340545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51"/>
            <p:cNvCxnSpPr/>
            <p:nvPr/>
          </p:nvCxnSpPr>
          <p:spPr>
            <a:xfrm rot="10800000">
              <a:off x="281963" y="2203375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5" name="Google Shape;625;p5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Company Name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6" name="Google Shape;626;p5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2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632" name="Google Shape;632;p5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5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5562200" y="3405450"/>
            <a:ext cx="3293700" cy="120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5" name="Google Shape;635;p52"/>
          <p:cNvSpPr txBox="1"/>
          <p:nvPr/>
        </p:nvSpPr>
        <p:spPr>
          <a:xfrm>
            <a:off x="6586338" y="2380175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02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36" name="Google Shape;636;p52"/>
          <p:cNvCxnSpPr/>
          <p:nvPr/>
        </p:nvCxnSpPr>
        <p:spPr>
          <a:xfrm>
            <a:off x="7397098" y="2487875"/>
            <a:ext cx="146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52"/>
          <p:cNvSpPr txBox="1"/>
          <p:nvPr/>
        </p:nvSpPr>
        <p:spPr>
          <a:xfrm>
            <a:off x="28498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03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38" name="Google Shape;638;p52"/>
          <p:cNvCxnSpPr/>
          <p:nvPr/>
        </p:nvCxnSpPr>
        <p:spPr>
          <a:xfrm>
            <a:off x="1058913" y="368162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52"/>
          <p:cNvSpPr txBox="1"/>
          <p:nvPr/>
        </p:nvSpPr>
        <p:spPr>
          <a:xfrm>
            <a:off x="300453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04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40" name="Google Shape;640;p52"/>
          <p:cNvCxnSpPr/>
          <p:nvPr/>
        </p:nvCxnSpPr>
        <p:spPr>
          <a:xfrm>
            <a:off x="3815288" y="368162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52"/>
          <p:cNvSpPr txBox="1"/>
          <p:nvPr/>
        </p:nvSpPr>
        <p:spPr>
          <a:xfrm>
            <a:off x="572408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42" name="Google Shape;642;p52"/>
          <p:cNvSpPr txBox="1"/>
          <p:nvPr/>
        </p:nvSpPr>
        <p:spPr>
          <a:xfrm>
            <a:off x="3866788" y="2380175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01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43" name="Google Shape;643;p52"/>
          <p:cNvCxnSpPr/>
          <p:nvPr/>
        </p:nvCxnSpPr>
        <p:spPr>
          <a:xfrm>
            <a:off x="4640713" y="2487887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52"/>
          <p:cNvSpPr txBox="1"/>
          <p:nvPr/>
        </p:nvSpPr>
        <p:spPr>
          <a:xfrm>
            <a:off x="3868200" y="2720512"/>
            <a:ext cx="18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steps must the team </a:t>
            </a:r>
            <a:b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take in order to reach their business goals?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" name="Google Shape;645;p52"/>
          <p:cNvSpPr txBox="1"/>
          <p:nvPr/>
        </p:nvSpPr>
        <p:spPr>
          <a:xfrm>
            <a:off x="6586350" y="2720512"/>
            <a:ext cx="17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Remember, this is a high-level summary. Focus on key milestones.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" name="Google Shape;646;p52"/>
          <p:cNvSpPr txBox="1"/>
          <p:nvPr/>
        </p:nvSpPr>
        <p:spPr>
          <a:xfrm>
            <a:off x="285000" y="3930937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example, mention the project kickoff, the first delivery, go-live day, etc.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7" name="Google Shape;647;p52"/>
          <p:cNvSpPr txBox="1"/>
          <p:nvPr/>
        </p:nvSpPr>
        <p:spPr>
          <a:xfrm>
            <a:off x="3004550" y="3930937"/>
            <a:ext cx="15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can also describe phases like strategy, concepting, etc.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5724100" y="3930937"/>
            <a:ext cx="18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Finally, describe what needs to happen for the project to reach its conclusion.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9" name="Google Shape;649;p52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2"/>
          <p:cNvCxnSpPr/>
          <p:nvPr/>
        </p:nvCxnSpPr>
        <p:spPr>
          <a:xfrm rot="10800000">
            <a:off x="282975" y="3405450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2"/>
          <p:cNvCxnSpPr/>
          <p:nvPr/>
        </p:nvCxnSpPr>
        <p:spPr>
          <a:xfrm rot="10800000">
            <a:off x="281963" y="220337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oof of a modern building underneath a sunny blue sky. " id="656" name="Google Shape;656;p53"/>
          <p:cNvPicPr preferRelativeResize="0"/>
          <p:nvPr/>
        </p:nvPicPr>
        <p:blipFill rotWithShape="1">
          <a:blip r:embed="rId3">
            <a:alphaModFix/>
          </a:blip>
          <a:srcRect b="56374" l="0" r="0" t="6108"/>
          <a:stretch/>
        </p:blipFill>
        <p:spPr>
          <a:xfrm>
            <a:off x="-2" y="-1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3"/>
          <p:cNvSpPr/>
          <p:nvPr/>
        </p:nvSpPr>
        <p:spPr>
          <a:xfrm>
            <a:off x="28470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" name="Google Shape;658;p53"/>
          <p:cNvSpPr/>
          <p:nvPr/>
        </p:nvSpPr>
        <p:spPr>
          <a:xfrm>
            <a:off x="258815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489160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7195050" y="1352850"/>
            <a:ext cx="1667100" cy="138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1" name="Google Shape;66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917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62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607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3"/>
          <p:cNvSpPr txBox="1"/>
          <p:nvPr>
            <p:ph type="title"/>
          </p:nvPr>
        </p:nvSpPr>
        <p:spPr>
          <a:xfrm>
            <a:off x="276075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roadmap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5" name="Google Shape;665;p5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66" name="Google Shape;666;p5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5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01</a:t>
            </a:r>
            <a:endParaRPr/>
          </a:p>
        </p:txBody>
      </p:sp>
      <p:sp>
        <p:nvSpPr>
          <p:cNvPr id="668" name="Google Shape;668;p5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What steps must the team take in order to reach their business goals?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02</a:t>
            </a:r>
            <a:endParaRPr/>
          </a:p>
        </p:txBody>
      </p:sp>
      <p:sp>
        <p:nvSpPr>
          <p:cNvPr id="670" name="Google Shape;670;p5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Remember, this is a high-level summary. Focus on key milestones.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</a:t>
            </a:r>
            <a:r>
              <a:rPr lang="en"/>
              <a:t>3</a:t>
            </a:r>
            <a:endParaRPr/>
          </a:p>
        </p:txBody>
      </p:sp>
      <p:sp>
        <p:nvSpPr>
          <p:cNvPr id="672" name="Google Shape;672;p5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mention the project kickoff, the first delivery, go-live day, etc. </a:t>
            </a:r>
            <a:endParaRPr/>
          </a:p>
        </p:txBody>
      </p:sp>
      <p:sp>
        <p:nvSpPr>
          <p:cNvPr id="673" name="Google Shape;673;p5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0</a:t>
            </a:r>
            <a:r>
              <a:rPr lang="en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4" name="Google Shape;674;p5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Finally, describe what needs to happen for the project to reach its conclusion.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4"/>
          <p:cNvSpPr/>
          <p:nvPr/>
        </p:nvSpPr>
        <p:spPr>
          <a:xfrm>
            <a:off x="6632250" y="1368750"/>
            <a:ext cx="2223600" cy="331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" name="Google Shape;680;p54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Project </a:t>
            </a:r>
            <a:r>
              <a:rPr lang="en"/>
              <a:t>roadmap</a:t>
            </a:r>
            <a:endParaRPr/>
          </a:p>
        </p:txBody>
      </p:sp>
      <p:grpSp>
        <p:nvGrpSpPr>
          <p:cNvPr id="681" name="Google Shape;681;p54"/>
          <p:cNvGrpSpPr/>
          <p:nvPr/>
        </p:nvGrpSpPr>
        <p:grpSpPr>
          <a:xfrm>
            <a:off x="284988" y="1798100"/>
            <a:ext cx="8575363" cy="2885627"/>
            <a:chOff x="284988" y="1798100"/>
            <a:chExt cx="8575363" cy="2885627"/>
          </a:xfrm>
        </p:grpSpPr>
        <p:cxnSp>
          <p:nvCxnSpPr>
            <p:cNvPr id="682" name="Google Shape;682;p54"/>
            <p:cNvCxnSpPr/>
            <p:nvPr/>
          </p:nvCxnSpPr>
          <p:spPr>
            <a:xfrm rot="10800000">
              <a:off x="285000" y="4683727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54"/>
            <p:cNvCxnSpPr/>
            <p:nvPr/>
          </p:nvCxnSpPr>
          <p:spPr>
            <a:xfrm rot="10800000">
              <a:off x="286350" y="371701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54"/>
            <p:cNvCxnSpPr/>
            <p:nvPr/>
          </p:nvCxnSpPr>
          <p:spPr>
            <a:xfrm rot="10800000">
              <a:off x="284988" y="2750294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54"/>
            <p:cNvCxnSpPr/>
            <p:nvPr/>
          </p:nvCxnSpPr>
          <p:spPr>
            <a:xfrm rot="10800000">
              <a:off x="284988" y="179810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6" name="Google Shape;686;p54"/>
          <p:cNvSpPr txBox="1"/>
          <p:nvPr/>
        </p:nvSpPr>
        <p:spPr>
          <a:xfrm>
            <a:off x="286350" y="146520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Our approach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87" name="Google Shape;687;p54"/>
          <p:cNvSpPr txBox="1"/>
          <p:nvPr/>
        </p:nvSpPr>
        <p:spPr>
          <a:xfrm>
            <a:off x="2224651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Phase 01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88" name="Google Shape;688;p54"/>
          <p:cNvSpPr txBox="1"/>
          <p:nvPr/>
        </p:nvSpPr>
        <p:spPr>
          <a:xfrm>
            <a:off x="4499220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Phase 02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89" name="Google Shape;689;p54"/>
          <p:cNvSpPr txBox="1"/>
          <p:nvPr/>
        </p:nvSpPr>
        <p:spPr>
          <a:xfrm>
            <a:off x="6719238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Phase 03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90" name="Google Shape;690;p54"/>
          <p:cNvSpPr txBox="1"/>
          <p:nvPr/>
        </p:nvSpPr>
        <p:spPr>
          <a:xfrm>
            <a:off x="2222075" y="1915625"/>
            <a:ext cx="2008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 this slide to map out the steps in more detail. State the main objective for each phase. Think about what needs to be achieved.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1" name="Google Shape;691;p54"/>
          <p:cNvSpPr txBox="1"/>
          <p:nvPr/>
        </p:nvSpPr>
        <p:spPr>
          <a:xfrm>
            <a:off x="4499225" y="1915625"/>
            <a:ext cx="2010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 this slide to map out the steps in more detail. State the main objective for each phase. Think about what needs to be achieved.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" name="Google Shape;692;p54"/>
          <p:cNvSpPr txBox="1"/>
          <p:nvPr/>
        </p:nvSpPr>
        <p:spPr>
          <a:xfrm>
            <a:off x="6719252" y="1915625"/>
            <a:ext cx="2091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 this slide to map out the steps in more detail. State the main objective for each phase. Think about what needs to be achieved.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" name="Google Shape;693;p54"/>
          <p:cNvSpPr txBox="1"/>
          <p:nvPr/>
        </p:nvSpPr>
        <p:spPr>
          <a:xfrm>
            <a:off x="286350" y="1915602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4" name="Google Shape;694;p54"/>
          <p:cNvSpPr txBox="1"/>
          <p:nvPr/>
        </p:nvSpPr>
        <p:spPr>
          <a:xfrm>
            <a:off x="2223733" y="2882318"/>
            <a:ext cx="200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key tasks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 specific and add as many as you need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" name="Google Shape;695;p54"/>
          <p:cNvSpPr txBox="1"/>
          <p:nvPr/>
        </p:nvSpPr>
        <p:spPr>
          <a:xfrm>
            <a:off x="287700" y="2882304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Activities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6" name="Google Shape;696;p54"/>
          <p:cNvSpPr txBox="1"/>
          <p:nvPr/>
        </p:nvSpPr>
        <p:spPr>
          <a:xfrm>
            <a:off x="287700" y="3849020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Deliverables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7" name="Google Shape;697;p54"/>
          <p:cNvSpPr txBox="1"/>
          <p:nvPr/>
        </p:nvSpPr>
        <p:spPr>
          <a:xfrm>
            <a:off x="2223733" y="3849026"/>
            <a:ext cx="200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final outcomes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could be documents,  prototypes, reports, 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54"/>
          <p:cNvSpPr txBox="1"/>
          <p:nvPr/>
        </p:nvSpPr>
        <p:spPr>
          <a:xfrm>
            <a:off x="4499225" y="2882323"/>
            <a:ext cx="20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the tasks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 specific and add as many as you need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4499225" y="3849050"/>
            <a:ext cx="20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final outcomes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could be documents,  prototypes, reports, 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6719252" y="2882311"/>
            <a:ext cx="209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key tasks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 specific and add as many as you need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" name="Google Shape;701;p54"/>
          <p:cNvSpPr txBox="1"/>
          <p:nvPr/>
        </p:nvSpPr>
        <p:spPr>
          <a:xfrm>
            <a:off x="6719252" y="3849024"/>
            <a:ext cx="209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List final outcomes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could be documents,  prototypes, reports, 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839" y="1471275"/>
            <a:ext cx="203250" cy="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483" y="1471275"/>
            <a:ext cx="203250" cy="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5500" y="1471275"/>
            <a:ext cx="203250" cy="2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5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5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ahead</a:t>
            </a:r>
            <a:endParaRPr/>
          </a:p>
        </p:txBody>
      </p:sp>
      <p:sp>
        <p:nvSpPr>
          <p:cNvPr id="712" name="Google Shape;712;p55"/>
          <p:cNvSpPr txBox="1"/>
          <p:nvPr/>
        </p:nvSpPr>
        <p:spPr>
          <a:xfrm>
            <a:off x="1111914" y="2359800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Describe a challenge that might come up during the project.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3" name="Google Shape;713;p55"/>
          <p:cNvCxnSpPr/>
          <p:nvPr/>
        </p:nvCxnSpPr>
        <p:spPr>
          <a:xfrm>
            <a:off x="3610674" y="2467500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55"/>
          <p:cNvSpPr txBox="1"/>
          <p:nvPr/>
        </p:nvSpPr>
        <p:spPr>
          <a:xfrm>
            <a:off x="5284569" y="2359800"/>
            <a:ext cx="274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Explain the specific steps the team will take to mitigate this challenge.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" name="Google Shape;715;p55"/>
          <p:cNvSpPr txBox="1"/>
          <p:nvPr/>
        </p:nvSpPr>
        <p:spPr>
          <a:xfrm>
            <a:off x="1111275" y="1916525"/>
            <a:ext cx="233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Potential challenge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16" name="Google Shape;716;p55"/>
          <p:cNvSpPr txBox="1"/>
          <p:nvPr/>
        </p:nvSpPr>
        <p:spPr>
          <a:xfrm>
            <a:off x="5284575" y="1916525"/>
            <a:ext cx="2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How we’ll respond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17" name="Google Shape;717;p55"/>
          <p:cNvSpPr txBox="1"/>
          <p:nvPr/>
        </p:nvSpPr>
        <p:spPr>
          <a:xfrm>
            <a:off x="1111275" y="3247975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Describe a challenge that might come up during the project.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8" name="Google Shape;718;p55"/>
          <p:cNvCxnSpPr/>
          <p:nvPr/>
        </p:nvCxnSpPr>
        <p:spPr>
          <a:xfrm>
            <a:off x="3610025" y="3355675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5"/>
          <p:cNvSpPr txBox="1"/>
          <p:nvPr/>
        </p:nvSpPr>
        <p:spPr>
          <a:xfrm>
            <a:off x="5283825" y="3247975"/>
            <a:ext cx="274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Explain the specific steps the team will take to mitigate this challenge.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" name="Google Shape;720;p55"/>
          <p:cNvSpPr txBox="1"/>
          <p:nvPr/>
        </p:nvSpPr>
        <p:spPr>
          <a:xfrm>
            <a:off x="1111914" y="4136150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Describe a challenge that might come up during the project.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1" name="Google Shape;721;p55"/>
          <p:cNvCxnSpPr/>
          <p:nvPr/>
        </p:nvCxnSpPr>
        <p:spPr>
          <a:xfrm>
            <a:off x="3610674" y="4243850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55"/>
          <p:cNvSpPr txBox="1"/>
          <p:nvPr/>
        </p:nvSpPr>
        <p:spPr>
          <a:xfrm>
            <a:off x="5284569" y="4136150"/>
            <a:ext cx="274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Explain the specific steps the team will take to mitigate this challenge.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55"/>
          <p:cNvSpPr txBox="1"/>
          <p:nvPr/>
        </p:nvSpPr>
        <p:spPr>
          <a:xfrm>
            <a:off x="283950" y="2359800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01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24" name="Google Shape;724;p55"/>
          <p:cNvSpPr txBox="1"/>
          <p:nvPr/>
        </p:nvSpPr>
        <p:spPr>
          <a:xfrm>
            <a:off x="283950" y="3247975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02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25" name="Google Shape;725;p55"/>
          <p:cNvSpPr txBox="1"/>
          <p:nvPr/>
        </p:nvSpPr>
        <p:spPr>
          <a:xfrm>
            <a:off x="283950" y="4136150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03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descr="A close up of polygonal metal frames crisscrossing a large glass surface. " id="726" name="Google Shape;726;p55"/>
          <p:cNvPicPr preferRelativeResize="0"/>
          <p:nvPr/>
        </p:nvPicPr>
        <p:blipFill rotWithShape="1">
          <a:blip r:embed="rId3">
            <a:alphaModFix/>
          </a:blip>
          <a:srcRect b="22859" l="17212" r="0" t="13993"/>
          <a:stretch/>
        </p:blipFill>
        <p:spPr>
          <a:xfrm>
            <a:off x="6877850" y="0"/>
            <a:ext cx="2266148" cy="11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5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6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" name="Google Shape;734;p5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35" name="Google Shape;735;p5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</a:t>
            </a:r>
            <a:r>
              <a:rPr lang="en"/>
              <a:t>ahead</a:t>
            </a:r>
            <a:endParaRPr/>
          </a:p>
        </p:txBody>
      </p:sp>
      <p:sp>
        <p:nvSpPr>
          <p:cNvPr id="736" name="Google Shape;736;p5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project.</a:t>
            </a:r>
            <a:endParaRPr/>
          </a:p>
        </p:txBody>
      </p:sp>
      <p:sp>
        <p:nvSpPr>
          <p:cNvPr id="737" name="Google Shape;737;p5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we'll address this challenge:</a:t>
            </a:r>
            <a:endParaRPr/>
          </a:p>
        </p:txBody>
      </p:sp>
      <p:sp>
        <p:nvSpPr>
          <p:cNvPr id="738" name="Google Shape;738;p56"/>
          <p:cNvSpPr txBox="1"/>
          <p:nvPr>
            <p:ph idx="3" type="body"/>
          </p:nvPr>
        </p:nvSpPr>
        <p:spPr>
          <a:xfrm>
            <a:off x="30747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39" name="Google Shape;739;p56"/>
          <p:cNvSpPr txBox="1"/>
          <p:nvPr>
            <p:ph idx="5" type="body"/>
          </p:nvPr>
        </p:nvSpPr>
        <p:spPr>
          <a:xfrm>
            <a:off x="48828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40" name="Google Shape;740;p5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1" name="Google Shape;741;p56"/>
          <p:cNvSpPr txBox="1"/>
          <p:nvPr>
            <p:ph idx="7" type="body"/>
          </p:nvPr>
        </p:nvSpPr>
        <p:spPr>
          <a:xfrm>
            <a:off x="66909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42" name="Google Shape;742;p5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3" name="Google Shape;743;p5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descr="An architectural detail of a modern glass building." id="744" name="Google Shape;744;p56"/>
          <p:cNvPicPr preferRelativeResize="0"/>
          <p:nvPr/>
        </p:nvPicPr>
        <p:blipFill rotWithShape="1">
          <a:blip r:embed="rId3">
            <a:alphaModFix/>
          </a:blip>
          <a:srcRect b="11873" l="0" r="0" t="11873"/>
          <a:stretch/>
        </p:blipFill>
        <p:spPr>
          <a:xfrm>
            <a:off x="0" y="3991450"/>
            <a:ext cx="2266147" cy="115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7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57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1" name="Google Shape;751;p5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ahead</a:t>
            </a:r>
            <a:endParaRPr/>
          </a:p>
        </p:txBody>
      </p:sp>
      <p:sp>
        <p:nvSpPr>
          <p:cNvPr id="752" name="Google Shape;752;p57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project, then explain how you'll address it:</a:t>
            </a:r>
            <a:endParaRPr/>
          </a:p>
        </p:txBody>
      </p:sp>
      <p:sp>
        <p:nvSpPr>
          <p:cNvPr id="753" name="Google Shape;753;p57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4" name="Google Shape;754;p57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55" name="Google Shape;755;p57"/>
          <p:cNvSpPr txBox="1"/>
          <p:nvPr>
            <p:ph idx="4" type="body"/>
          </p:nvPr>
        </p:nvSpPr>
        <p:spPr>
          <a:xfrm>
            <a:off x="276075" y="4018238"/>
            <a:ext cx="2463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56" name="Google Shape;756;p57"/>
          <p:cNvSpPr txBox="1"/>
          <p:nvPr>
            <p:ph idx="6" type="body"/>
          </p:nvPr>
        </p:nvSpPr>
        <p:spPr>
          <a:xfrm>
            <a:off x="3074775" y="4018238"/>
            <a:ext cx="2463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57" name="Google Shape;757;p57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8" name="Google Shape;758;p57"/>
          <p:cNvSpPr txBox="1"/>
          <p:nvPr>
            <p:ph idx="8" type="body"/>
          </p:nvPr>
        </p:nvSpPr>
        <p:spPr>
          <a:xfrm>
            <a:off x="5873475" y="4018238"/>
            <a:ext cx="2463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759" name="Google Shape;759;p57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modern glass building." id="760" name="Google Shape;760;p57"/>
          <p:cNvPicPr preferRelativeResize="0"/>
          <p:nvPr/>
        </p:nvPicPr>
        <p:blipFill rotWithShape="1">
          <a:blip r:embed="rId3">
            <a:alphaModFix/>
          </a:blip>
          <a:srcRect b="8664" l="0" r="0" t="8664"/>
          <a:stretch/>
        </p:blipFill>
        <p:spPr>
          <a:xfrm>
            <a:off x="276075" y="2073750"/>
            <a:ext cx="2463299" cy="15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spy clouds reflected on a glass building. " id="761" name="Google Shape;761;p57"/>
          <p:cNvPicPr preferRelativeResize="0"/>
          <p:nvPr/>
        </p:nvPicPr>
        <p:blipFill rotWithShape="1">
          <a:blip r:embed="rId4">
            <a:alphaModFix/>
          </a:blip>
          <a:srcRect b="16199" l="6202" r="6202" t="0"/>
          <a:stretch/>
        </p:blipFill>
        <p:spPr>
          <a:xfrm>
            <a:off x="3074775" y="2073750"/>
            <a:ext cx="2463301" cy="15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odern glass building reflecting the blue sky. " id="762" name="Google Shape;762;p57"/>
          <p:cNvPicPr preferRelativeResize="0"/>
          <p:nvPr/>
        </p:nvPicPr>
        <p:blipFill rotWithShape="1">
          <a:blip r:embed="rId5">
            <a:alphaModFix/>
          </a:blip>
          <a:srcRect b="16199" l="700" r="690" t="0"/>
          <a:stretch/>
        </p:blipFill>
        <p:spPr>
          <a:xfrm>
            <a:off x="5873475" y="2073750"/>
            <a:ext cx="2463300" cy="15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8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8" name="Google Shape;768;p5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ahead</a:t>
            </a:r>
            <a:endParaRPr/>
          </a:p>
        </p:txBody>
      </p:sp>
      <p:sp>
        <p:nvSpPr>
          <p:cNvPr id="769" name="Google Shape;769;p5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70" name="Google Shape;770;p58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771" name="Google Shape;771;p58"/>
          <p:cNvGrpSpPr/>
          <p:nvPr/>
        </p:nvGrpSpPr>
        <p:grpSpPr>
          <a:xfrm>
            <a:off x="276075" y="1540800"/>
            <a:ext cx="2890500" cy="2890500"/>
            <a:chOff x="276075" y="1540800"/>
            <a:chExt cx="2890500" cy="2890500"/>
          </a:xfrm>
        </p:grpSpPr>
        <p:sp>
          <p:nvSpPr>
            <p:cNvPr id="772" name="Google Shape;772;p58"/>
            <p:cNvSpPr/>
            <p:nvPr/>
          </p:nvSpPr>
          <p:spPr>
            <a:xfrm>
              <a:off x="276075" y="1540800"/>
              <a:ext cx="2890500" cy="28905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3" name="Google Shape;773;p58"/>
            <p:cNvSpPr/>
            <p:nvPr/>
          </p:nvSpPr>
          <p:spPr>
            <a:xfrm>
              <a:off x="452475" y="1717200"/>
              <a:ext cx="2537700" cy="253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774" name="Google Shape;774;p58"/>
          <p:cNvSpPr txBox="1"/>
          <p:nvPr>
            <p:ph idx="4294967295" type="subTitle"/>
          </p:nvPr>
        </p:nvSpPr>
        <p:spPr>
          <a:xfrm>
            <a:off x="808725" y="2435850"/>
            <a:ext cx="1825200" cy="110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Describe a challenge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5" name="Google Shape;775;p58"/>
          <p:cNvSpPr txBox="1"/>
          <p:nvPr>
            <p:ph idx="4294967295" type="subTitle"/>
          </p:nvPr>
        </p:nvSpPr>
        <p:spPr>
          <a:xfrm>
            <a:off x="4826375" y="1874025"/>
            <a:ext cx="29790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Explain </a:t>
            </a:r>
            <a:r>
              <a:rPr lang="en" sz="1000"/>
              <a:t>how the team will mitigate this challenge, step by step. Be specific and actionable. </a:t>
            </a:r>
            <a:endParaRPr sz="1000"/>
          </a:p>
        </p:txBody>
      </p:sp>
      <p:sp>
        <p:nvSpPr>
          <p:cNvPr id="776" name="Google Shape;776;p58"/>
          <p:cNvSpPr txBox="1"/>
          <p:nvPr>
            <p:ph idx="4294967295" type="subTitle"/>
          </p:nvPr>
        </p:nvSpPr>
        <p:spPr>
          <a:xfrm>
            <a:off x="4826375" y="2820600"/>
            <a:ext cx="29790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Explain </a:t>
            </a:r>
            <a:r>
              <a:rPr lang="en" sz="1000"/>
              <a:t>how the team will mitigate this challenge, step by step. Be specific and actionable. </a:t>
            </a:r>
            <a:endParaRPr sz="1000"/>
          </a:p>
        </p:txBody>
      </p:sp>
      <p:sp>
        <p:nvSpPr>
          <p:cNvPr id="777" name="Google Shape;777;p58"/>
          <p:cNvSpPr txBox="1"/>
          <p:nvPr>
            <p:ph idx="4294967295" type="subTitle"/>
          </p:nvPr>
        </p:nvSpPr>
        <p:spPr>
          <a:xfrm>
            <a:off x="4826375" y="3767175"/>
            <a:ext cx="29790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Explain </a:t>
            </a:r>
            <a:r>
              <a:rPr lang="en" sz="1000"/>
              <a:t>how the team will mitigate this challenge, step by step. Be specific and actionable. </a:t>
            </a:r>
            <a:endParaRPr sz="1000"/>
          </a:p>
        </p:txBody>
      </p:sp>
      <p:sp>
        <p:nvSpPr>
          <p:cNvPr id="778" name="Google Shape;778;p58"/>
          <p:cNvSpPr/>
          <p:nvPr/>
        </p:nvSpPr>
        <p:spPr>
          <a:xfrm>
            <a:off x="3743425" y="1786425"/>
            <a:ext cx="506100" cy="50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485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3743425" y="2733000"/>
            <a:ext cx="506100" cy="50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485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80" name="Google Shape;780;p58"/>
          <p:cNvSpPr/>
          <p:nvPr/>
        </p:nvSpPr>
        <p:spPr>
          <a:xfrm>
            <a:off x="3743425" y="3679575"/>
            <a:ext cx="506100" cy="50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485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81" name="Google Shape;781;p58"/>
          <p:cNvGrpSpPr/>
          <p:nvPr/>
        </p:nvGrpSpPr>
        <p:grpSpPr>
          <a:xfrm>
            <a:off x="2990175" y="2038050"/>
            <a:ext cx="755075" cy="1904700"/>
            <a:chOff x="2990175" y="2038050"/>
            <a:chExt cx="755075" cy="1904700"/>
          </a:xfrm>
        </p:grpSpPr>
        <p:sp>
          <p:nvSpPr>
            <p:cNvPr id="782" name="Google Shape;782;p58"/>
            <p:cNvSpPr/>
            <p:nvPr/>
          </p:nvSpPr>
          <p:spPr>
            <a:xfrm>
              <a:off x="3368750" y="2038050"/>
              <a:ext cx="376500" cy="1904700"/>
            </a:xfrm>
            <a:prstGeom prst="leftBracket">
              <a:avLst>
                <a:gd fmla="val 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83" name="Google Shape;783;p58"/>
            <p:cNvCxnSpPr>
              <a:stCxn id="773" idx="6"/>
              <a:endCxn id="779" idx="2"/>
            </p:cNvCxnSpPr>
            <p:nvPr/>
          </p:nvCxnSpPr>
          <p:spPr>
            <a:xfrm>
              <a:off x="2990175" y="2986050"/>
              <a:ext cx="75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84" name="Google Shape;784;p58"/>
          <p:cNvCxnSpPr>
            <a:stCxn id="778" idx="6"/>
          </p:cNvCxnSpPr>
          <p:nvPr/>
        </p:nvCxnSpPr>
        <p:spPr>
          <a:xfrm>
            <a:off x="4249525" y="2039475"/>
            <a:ext cx="47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58"/>
          <p:cNvCxnSpPr/>
          <p:nvPr/>
        </p:nvCxnSpPr>
        <p:spPr>
          <a:xfrm>
            <a:off x="4249525" y="2986050"/>
            <a:ext cx="47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58"/>
          <p:cNvCxnSpPr/>
          <p:nvPr/>
        </p:nvCxnSpPr>
        <p:spPr>
          <a:xfrm>
            <a:off x="4249525" y="3932625"/>
            <a:ext cx="47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9"/>
          <p:cNvSpPr txBox="1"/>
          <p:nvPr/>
        </p:nvSpPr>
        <p:spPr>
          <a:xfrm>
            <a:off x="556024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Briefing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Meeting minutes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Concept deck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Comms plan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Image library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2" name="Google Shape;792;p59"/>
          <p:cNvSpPr txBox="1"/>
          <p:nvPr/>
        </p:nvSpPr>
        <p:spPr>
          <a:xfrm>
            <a:off x="556018" y="1456075"/>
            <a:ext cx="36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Links to key files and documents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793" name="Google Shape;793;p59"/>
          <p:cNvCxnSpPr/>
          <p:nvPr/>
        </p:nvCxnSpPr>
        <p:spPr>
          <a:xfrm>
            <a:off x="284696" y="1568967"/>
            <a:ext cx="10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59"/>
          <p:cNvSpPr txBox="1"/>
          <p:nvPr/>
        </p:nvSpPr>
        <p:spPr>
          <a:xfrm>
            <a:off x="55599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5" name="Google Shape;795;p59"/>
          <p:cNvSpPr txBox="1"/>
          <p:nvPr/>
        </p:nvSpPr>
        <p:spPr>
          <a:xfrm>
            <a:off x="555988" y="3093864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Contact list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796" name="Google Shape;796;p59"/>
          <p:cNvCxnSpPr/>
          <p:nvPr/>
        </p:nvCxnSpPr>
        <p:spPr>
          <a:xfrm>
            <a:off x="284696" y="3210032"/>
            <a:ext cx="10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9"/>
          <p:cNvCxnSpPr/>
          <p:nvPr/>
        </p:nvCxnSpPr>
        <p:spPr>
          <a:xfrm>
            <a:off x="28469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59"/>
          <p:cNvSpPr txBox="1"/>
          <p:nvPr/>
        </p:nvSpPr>
        <p:spPr>
          <a:xfrm>
            <a:off x="2223149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Brand assets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Style guides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Case studies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White paper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9" name="Google Shape;799;p59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800" name="Google Shape;800;p59"/>
          <p:cNvSpPr txBox="1"/>
          <p:nvPr/>
        </p:nvSpPr>
        <p:spPr>
          <a:xfrm>
            <a:off x="3890274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1" name="Google Shape;801;p59"/>
          <p:cNvSpPr txBox="1"/>
          <p:nvPr/>
        </p:nvSpPr>
        <p:spPr>
          <a:xfrm>
            <a:off x="55599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2" name="Google Shape;802;p59"/>
          <p:cNvCxnSpPr/>
          <p:nvPr/>
        </p:nvCxnSpPr>
        <p:spPr>
          <a:xfrm>
            <a:off x="28469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59"/>
          <p:cNvSpPr txBox="1"/>
          <p:nvPr/>
        </p:nvSpPr>
        <p:spPr>
          <a:xfrm>
            <a:off x="249444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4" name="Google Shape;804;p59"/>
          <p:cNvCxnSpPr/>
          <p:nvPr/>
        </p:nvCxnSpPr>
        <p:spPr>
          <a:xfrm>
            <a:off x="222314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9"/>
          <p:cNvSpPr txBox="1"/>
          <p:nvPr/>
        </p:nvSpPr>
        <p:spPr>
          <a:xfrm>
            <a:off x="249444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6" name="Google Shape;806;p59"/>
          <p:cNvCxnSpPr/>
          <p:nvPr/>
        </p:nvCxnSpPr>
        <p:spPr>
          <a:xfrm>
            <a:off x="222314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59"/>
          <p:cNvSpPr txBox="1"/>
          <p:nvPr/>
        </p:nvSpPr>
        <p:spPr>
          <a:xfrm>
            <a:off x="443289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8" name="Google Shape;808;p59"/>
          <p:cNvCxnSpPr/>
          <p:nvPr/>
        </p:nvCxnSpPr>
        <p:spPr>
          <a:xfrm>
            <a:off x="416159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59"/>
          <p:cNvSpPr txBox="1"/>
          <p:nvPr/>
        </p:nvSpPr>
        <p:spPr>
          <a:xfrm>
            <a:off x="443289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10" name="Google Shape;810;p59"/>
          <p:cNvCxnSpPr/>
          <p:nvPr/>
        </p:nvCxnSpPr>
        <p:spPr>
          <a:xfrm>
            <a:off x="416159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glass skyscraper under a blue sky. " id="811" name="Google Shape;811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915" r="30855" t="0"/>
          <a:stretch/>
        </p:blipFill>
        <p:spPr>
          <a:xfrm>
            <a:off x="6877724" y="0"/>
            <a:ext cx="2266199" cy="3405001"/>
          </a:xfrm>
          <a:prstGeom prst="rect">
            <a:avLst/>
          </a:prstGeom>
        </p:spPr>
      </p:pic>
      <p:sp>
        <p:nvSpPr>
          <p:cNvPr id="812" name="Google Shape;812;p5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13" name="Google Shape;813;p5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8" name="Google Shape;818;p60"/>
          <p:cNvCxnSpPr/>
          <p:nvPr/>
        </p:nvCxnSpPr>
        <p:spPr>
          <a:xfrm rot="10800000">
            <a:off x="282995" y="17941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60"/>
          <p:cNvCxnSpPr/>
          <p:nvPr/>
        </p:nvCxnSpPr>
        <p:spPr>
          <a:xfrm rot="10800000">
            <a:off x="282995" y="27319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60"/>
          <p:cNvCxnSpPr/>
          <p:nvPr/>
        </p:nvCxnSpPr>
        <p:spPr>
          <a:xfrm rot="10800000">
            <a:off x="283720" y="36697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60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60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1 here</a:t>
            </a:r>
            <a:endParaRPr/>
          </a:p>
        </p:txBody>
      </p:sp>
      <p:sp>
        <p:nvSpPr>
          <p:cNvPr id="823" name="Google Shape;823;p60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824" name="Google Shape;824;p60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25" name="Google Shape;825;p60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phase in the marketing plan or campaign.</a:t>
            </a:r>
            <a:endParaRPr/>
          </a:p>
        </p:txBody>
      </p:sp>
      <p:sp>
        <p:nvSpPr>
          <p:cNvPr id="826" name="Google Shape;826;p60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27" name="Google Shape;827;p60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2 here</a:t>
            </a:r>
            <a:endParaRPr/>
          </a:p>
        </p:txBody>
      </p:sp>
      <p:sp>
        <p:nvSpPr>
          <p:cNvPr id="828" name="Google Shape;828;p60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can include further deliverables, check-ins, extensions of the current campaign, etc.</a:t>
            </a:r>
            <a:endParaRPr/>
          </a:p>
        </p:txBody>
      </p:sp>
      <p:sp>
        <p:nvSpPr>
          <p:cNvPr id="829" name="Google Shape;829;p60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30" name="Google Shape;830;p60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3 here</a:t>
            </a:r>
            <a:endParaRPr/>
          </a:p>
        </p:txBody>
      </p:sp>
      <p:sp>
        <p:nvSpPr>
          <p:cNvPr id="831" name="Google Shape;831;p60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want. Duplicate this slide if you need more.</a:t>
            </a:r>
            <a:endParaRPr/>
          </a:p>
        </p:txBody>
      </p:sp>
      <p:sp>
        <p:nvSpPr>
          <p:cNvPr id="832" name="Google Shape;832;p60"/>
          <p:cNvSpPr/>
          <p:nvPr/>
        </p:nvSpPr>
        <p:spPr>
          <a:xfrm>
            <a:off x="283000" y="1898750"/>
            <a:ext cx="669000" cy="1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We’re here!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3" name="Google Shape;833;p60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4" name="Google Shape;834;p60"/>
          <p:cNvSpPr txBox="1"/>
          <p:nvPr/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Name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1"/>
          <p:cNvSpPr txBox="1"/>
          <p:nvPr>
            <p:ph type="title"/>
          </p:nvPr>
        </p:nvSpPr>
        <p:spPr>
          <a:xfrm>
            <a:off x="276075" y="457200"/>
            <a:ext cx="85944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RACI m</a:t>
            </a:r>
            <a:r>
              <a:rPr lang="en"/>
              <a:t>atrix</a:t>
            </a:r>
            <a:r>
              <a:rPr lang="en"/>
              <a:t>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</a:t>
            </a:r>
            <a:endParaRPr/>
          </a:p>
        </p:txBody>
      </p:sp>
      <p:grpSp>
        <p:nvGrpSpPr>
          <p:cNvPr id="840" name="Google Shape;840;p61"/>
          <p:cNvGrpSpPr/>
          <p:nvPr/>
        </p:nvGrpSpPr>
        <p:grpSpPr>
          <a:xfrm>
            <a:off x="5539774" y="285300"/>
            <a:ext cx="3313741" cy="342802"/>
            <a:chOff x="5539774" y="285300"/>
            <a:chExt cx="3313741" cy="342802"/>
          </a:xfrm>
        </p:grpSpPr>
        <p:sp>
          <p:nvSpPr>
            <p:cNvPr id="841" name="Google Shape;841;p61"/>
            <p:cNvSpPr/>
            <p:nvPr/>
          </p:nvSpPr>
          <p:spPr>
            <a:xfrm>
              <a:off x="5539779" y="285300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2" name="Google Shape;842;p61"/>
            <p:cNvSpPr/>
            <p:nvPr/>
          </p:nvSpPr>
          <p:spPr>
            <a:xfrm>
              <a:off x="5539774" y="5135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Responsible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3" name="Google Shape;843;p61"/>
            <p:cNvSpPr/>
            <p:nvPr/>
          </p:nvSpPr>
          <p:spPr>
            <a:xfrm>
              <a:off x="6380975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4" name="Google Shape;844;p61"/>
            <p:cNvSpPr/>
            <p:nvPr/>
          </p:nvSpPr>
          <p:spPr>
            <a:xfrm>
              <a:off x="6380970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Accountable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5" name="Google Shape;845;p61"/>
            <p:cNvSpPr/>
            <p:nvPr/>
          </p:nvSpPr>
          <p:spPr>
            <a:xfrm>
              <a:off x="7236405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6" name="Google Shape;846;p61"/>
            <p:cNvSpPr/>
            <p:nvPr/>
          </p:nvSpPr>
          <p:spPr>
            <a:xfrm>
              <a:off x="7236400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Consulted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7" name="Google Shape;847;p61"/>
            <p:cNvSpPr/>
            <p:nvPr/>
          </p:nvSpPr>
          <p:spPr>
            <a:xfrm>
              <a:off x="8091820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8" name="Google Shape;848;p61"/>
            <p:cNvSpPr/>
            <p:nvPr/>
          </p:nvSpPr>
          <p:spPr>
            <a:xfrm>
              <a:off x="8091815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Informed 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A 3D render of abstract modern architecture with pristine white walls. " id="849" name="Google Shape;849;p61"/>
          <p:cNvPicPr preferRelativeResize="0"/>
          <p:nvPr/>
        </p:nvPicPr>
        <p:blipFill rotWithShape="1">
          <a:blip r:embed="rId3">
            <a:alphaModFix/>
          </a:blip>
          <a:srcRect b="40720" l="22948" r="22954" t="34250"/>
          <a:stretch/>
        </p:blipFill>
        <p:spPr>
          <a:xfrm>
            <a:off x="5540000" y="913850"/>
            <a:ext cx="3320049" cy="11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1" name="Google Shape;851;p6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852" name="Google Shape;852;p61"/>
          <p:cNvGrpSpPr/>
          <p:nvPr/>
        </p:nvGrpSpPr>
        <p:grpSpPr>
          <a:xfrm>
            <a:off x="283125" y="2553350"/>
            <a:ext cx="8577741" cy="2065077"/>
            <a:chOff x="283125" y="2553350"/>
            <a:chExt cx="8577741" cy="2065077"/>
          </a:xfrm>
        </p:grpSpPr>
        <p:grpSp>
          <p:nvGrpSpPr>
            <p:cNvPr id="853" name="Google Shape;853;p61"/>
            <p:cNvGrpSpPr/>
            <p:nvPr/>
          </p:nvGrpSpPr>
          <p:grpSpPr>
            <a:xfrm>
              <a:off x="283133" y="2553350"/>
              <a:ext cx="8577733" cy="2053503"/>
              <a:chOff x="282633" y="2553525"/>
              <a:chExt cx="8577733" cy="2053503"/>
            </a:xfrm>
          </p:grpSpPr>
          <p:cxnSp>
            <p:nvCxnSpPr>
              <p:cNvPr id="854" name="Google Shape;854;p61"/>
              <p:cNvCxnSpPr/>
              <p:nvPr/>
            </p:nvCxnSpPr>
            <p:spPr>
              <a:xfrm rot="10800000">
                <a:off x="282633" y="25535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" name="Google Shape;855;p61"/>
              <p:cNvCxnSpPr/>
              <p:nvPr/>
            </p:nvCxnSpPr>
            <p:spPr>
              <a:xfrm rot="10800000">
                <a:off x="282633" y="289079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" name="Google Shape;856;p61"/>
              <p:cNvCxnSpPr/>
              <p:nvPr/>
            </p:nvCxnSpPr>
            <p:spPr>
              <a:xfrm rot="10800000">
                <a:off x="282633" y="323716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" name="Google Shape;857;p61"/>
              <p:cNvCxnSpPr/>
              <p:nvPr/>
            </p:nvCxnSpPr>
            <p:spPr>
              <a:xfrm rot="10800000">
                <a:off x="282633" y="3573566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" name="Google Shape;858;p61"/>
              <p:cNvCxnSpPr/>
              <p:nvPr/>
            </p:nvCxnSpPr>
            <p:spPr>
              <a:xfrm rot="10800000">
                <a:off x="282633" y="3922094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" name="Google Shape;859;p61"/>
              <p:cNvCxnSpPr/>
              <p:nvPr/>
            </p:nvCxnSpPr>
            <p:spPr>
              <a:xfrm rot="10800000">
                <a:off x="282633" y="426975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" name="Google Shape;860;p61"/>
              <p:cNvCxnSpPr/>
              <p:nvPr/>
            </p:nvCxnSpPr>
            <p:spPr>
              <a:xfrm rot="10800000">
                <a:off x="283066" y="4607028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61" name="Google Shape;861;p61"/>
            <p:cNvSpPr txBox="1"/>
            <p:nvPr/>
          </p:nvSpPr>
          <p:spPr>
            <a:xfrm>
              <a:off x="2079300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1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862" name="Google Shape;862;p61"/>
            <p:cNvSpPr txBox="1"/>
            <p:nvPr/>
          </p:nvSpPr>
          <p:spPr>
            <a:xfrm>
              <a:off x="3838025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2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863" name="Google Shape;863;p61"/>
            <p:cNvSpPr txBox="1"/>
            <p:nvPr/>
          </p:nvSpPr>
          <p:spPr>
            <a:xfrm>
              <a:off x="5615975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3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864" name="Google Shape;864;p61"/>
            <p:cNvSpPr txBox="1"/>
            <p:nvPr/>
          </p:nvSpPr>
          <p:spPr>
            <a:xfrm>
              <a:off x="7366750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4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descr="A chart showing who is responsible, accountable, consulted, and informed in regard to project tasks and stages. " id="865" name="Google Shape;865;p61"/>
            <p:cNvSpPr txBox="1"/>
            <p:nvPr/>
          </p:nvSpPr>
          <p:spPr>
            <a:xfrm>
              <a:off x="283125" y="289205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6" name="Google Shape;866;p61"/>
            <p:cNvSpPr txBox="1"/>
            <p:nvPr/>
          </p:nvSpPr>
          <p:spPr>
            <a:xfrm>
              <a:off x="2279547" y="289862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7" name="Google Shape;867;p61"/>
            <p:cNvSpPr txBox="1"/>
            <p:nvPr/>
          </p:nvSpPr>
          <p:spPr>
            <a:xfrm>
              <a:off x="7566997" y="288547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8" name="Google Shape;868;p61"/>
            <p:cNvSpPr txBox="1"/>
            <p:nvPr/>
          </p:nvSpPr>
          <p:spPr>
            <a:xfrm>
              <a:off x="5816234" y="2892050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9" name="Google Shape;869;p61"/>
            <p:cNvSpPr txBox="1"/>
            <p:nvPr/>
          </p:nvSpPr>
          <p:spPr>
            <a:xfrm>
              <a:off x="4038275" y="289862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0" name="Google Shape;870;p61"/>
            <p:cNvSpPr txBox="1"/>
            <p:nvPr/>
          </p:nvSpPr>
          <p:spPr>
            <a:xfrm>
              <a:off x="283125" y="32439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1" name="Google Shape;871;p61"/>
            <p:cNvSpPr txBox="1"/>
            <p:nvPr/>
          </p:nvSpPr>
          <p:spPr>
            <a:xfrm>
              <a:off x="2279547" y="32499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2" name="Google Shape;872;p61"/>
            <p:cNvSpPr txBox="1"/>
            <p:nvPr/>
          </p:nvSpPr>
          <p:spPr>
            <a:xfrm>
              <a:off x="7566997" y="323677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3" name="Google Shape;873;p61"/>
            <p:cNvSpPr txBox="1"/>
            <p:nvPr/>
          </p:nvSpPr>
          <p:spPr>
            <a:xfrm>
              <a:off x="5816234" y="32433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4" name="Google Shape;874;p61"/>
            <p:cNvSpPr txBox="1"/>
            <p:nvPr/>
          </p:nvSpPr>
          <p:spPr>
            <a:xfrm>
              <a:off x="4038275" y="32499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5" name="Google Shape;875;p61"/>
            <p:cNvSpPr txBox="1"/>
            <p:nvPr/>
          </p:nvSpPr>
          <p:spPr>
            <a:xfrm>
              <a:off x="283125" y="35826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3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6" name="Google Shape;876;p61"/>
            <p:cNvSpPr txBox="1"/>
            <p:nvPr/>
          </p:nvSpPr>
          <p:spPr>
            <a:xfrm>
              <a:off x="2279547" y="358260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7" name="Google Shape;877;p61"/>
            <p:cNvSpPr txBox="1"/>
            <p:nvPr/>
          </p:nvSpPr>
          <p:spPr>
            <a:xfrm>
              <a:off x="7566997" y="35694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8" name="Google Shape;878;p61"/>
            <p:cNvSpPr txBox="1"/>
            <p:nvPr/>
          </p:nvSpPr>
          <p:spPr>
            <a:xfrm>
              <a:off x="5816234" y="35760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9" name="Google Shape;879;p61"/>
            <p:cNvSpPr txBox="1"/>
            <p:nvPr/>
          </p:nvSpPr>
          <p:spPr>
            <a:xfrm>
              <a:off x="4038275" y="358260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0" name="Google Shape;880;p61"/>
            <p:cNvSpPr txBox="1"/>
            <p:nvPr/>
          </p:nvSpPr>
          <p:spPr>
            <a:xfrm>
              <a:off x="283125" y="39213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4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1" name="Google Shape;881;p61"/>
            <p:cNvSpPr txBox="1"/>
            <p:nvPr/>
          </p:nvSpPr>
          <p:spPr>
            <a:xfrm>
              <a:off x="2279547" y="393847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2" name="Google Shape;882;p61"/>
            <p:cNvSpPr txBox="1"/>
            <p:nvPr/>
          </p:nvSpPr>
          <p:spPr>
            <a:xfrm>
              <a:off x="7566997" y="392532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3" name="Google Shape;883;p61"/>
            <p:cNvSpPr txBox="1"/>
            <p:nvPr/>
          </p:nvSpPr>
          <p:spPr>
            <a:xfrm>
              <a:off x="5816234" y="3931899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4" name="Google Shape;884;p61"/>
            <p:cNvSpPr txBox="1"/>
            <p:nvPr/>
          </p:nvSpPr>
          <p:spPr>
            <a:xfrm>
              <a:off x="4038275" y="393847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5" name="Google Shape;885;p61"/>
            <p:cNvSpPr txBox="1"/>
            <p:nvPr/>
          </p:nvSpPr>
          <p:spPr>
            <a:xfrm>
              <a:off x="283125" y="427315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5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6" name="Google Shape;886;p61"/>
            <p:cNvSpPr txBox="1"/>
            <p:nvPr/>
          </p:nvSpPr>
          <p:spPr>
            <a:xfrm>
              <a:off x="2279547" y="42797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7" name="Google Shape;887;p61"/>
            <p:cNvSpPr txBox="1"/>
            <p:nvPr/>
          </p:nvSpPr>
          <p:spPr>
            <a:xfrm>
              <a:off x="7566997" y="426657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8" name="Google Shape;888;p61"/>
            <p:cNvSpPr txBox="1"/>
            <p:nvPr/>
          </p:nvSpPr>
          <p:spPr>
            <a:xfrm>
              <a:off x="5816234" y="42731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9" name="Google Shape;889;p61"/>
            <p:cNvSpPr txBox="1"/>
            <p:nvPr/>
          </p:nvSpPr>
          <p:spPr>
            <a:xfrm>
              <a:off x="4038275" y="42797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2"/>
          <p:cNvSpPr txBox="1"/>
          <p:nvPr>
            <p:ph type="title"/>
          </p:nvPr>
        </p:nvSpPr>
        <p:spPr>
          <a:xfrm>
            <a:off x="276075" y="457200"/>
            <a:ext cx="51243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 timeline</a:t>
            </a:r>
            <a:endParaRPr/>
          </a:p>
        </p:txBody>
      </p:sp>
      <p:grpSp>
        <p:nvGrpSpPr>
          <p:cNvPr id="895" name="Google Shape;895;p62"/>
          <p:cNvGrpSpPr/>
          <p:nvPr/>
        </p:nvGrpSpPr>
        <p:grpSpPr>
          <a:xfrm>
            <a:off x="282621" y="1392500"/>
            <a:ext cx="8579429" cy="3215100"/>
            <a:chOff x="282621" y="1392500"/>
            <a:chExt cx="8579429" cy="3215100"/>
          </a:xfrm>
        </p:grpSpPr>
        <p:grpSp>
          <p:nvGrpSpPr>
            <p:cNvPr id="896" name="Google Shape;896;p62"/>
            <p:cNvGrpSpPr/>
            <p:nvPr/>
          </p:nvGrpSpPr>
          <p:grpSpPr>
            <a:xfrm>
              <a:off x="282633" y="1392500"/>
              <a:ext cx="8578388" cy="3215100"/>
              <a:chOff x="282633" y="1392500"/>
              <a:chExt cx="8578388" cy="3215100"/>
            </a:xfrm>
          </p:grpSpPr>
          <p:cxnSp>
            <p:nvCxnSpPr>
              <p:cNvPr id="897" name="Google Shape;897;p62"/>
              <p:cNvCxnSpPr/>
              <p:nvPr/>
            </p:nvCxnSpPr>
            <p:spPr>
              <a:xfrm rot="10800000">
                <a:off x="282995" y="358010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" name="Google Shape;898;p62"/>
              <p:cNvCxnSpPr/>
              <p:nvPr/>
            </p:nvCxnSpPr>
            <p:spPr>
              <a:xfrm rot="10800000">
                <a:off x="282995" y="392257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" name="Google Shape;899;p62"/>
              <p:cNvCxnSpPr/>
              <p:nvPr/>
            </p:nvCxnSpPr>
            <p:spPr>
              <a:xfrm rot="10800000">
                <a:off x="282995" y="426505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" name="Google Shape;900;p62"/>
              <p:cNvCxnSpPr/>
              <p:nvPr/>
            </p:nvCxnSpPr>
            <p:spPr>
              <a:xfrm rot="10800000">
                <a:off x="283720" y="46075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62"/>
              <p:cNvCxnSpPr/>
              <p:nvPr/>
            </p:nvCxnSpPr>
            <p:spPr>
              <a:xfrm rot="10800000">
                <a:off x="282633" y="255267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62"/>
              <p:cNvCxnSpPr/>
              <p:nvPr/>
            </p:nvCxnSpPr>
            <p:spPr>
              <a:xfrm rot="10800000">
                <a:off x="282633" y="289515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62"/>
              <p:cNvCxnSpPr/>
              <p:nvPr/>
            </p:nvCxnSpPr>
            <p:spPr>
              <a:xfrm rot="10800000">
                <a:off x="282633" y="32376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62"/>
              <p:cNvCxnSpPr/>
              <p:nvPr/>
            </p:nvCxnSpPr>
            <p:spPr>
              <a:xfrm rot="10800000">
                <a:off x="282633" y="18677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62"/>
              <p:cNvCxnSpPr/>
              <p:nvPr/>
            </p:nvCxnSpPr>
            <p:spPr>
              <a:xfrm rot="10800000">
                <a:off x="282633" y="221020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62"/>
              <p:cNvCxnSpPr/>
              <p:nvPr/>
            </p:nvCxnSpPr>
            <p:spPr>
              <a:xfrm rot="10800000">
                <a:off x="4313275" y="1392500"/>
                <a:ext cx="0" cy="321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62"/>
              <p:cNvCxnSpPr/>
              <p:nvPr/>
            </p:nvCxnSpPr>
            <p:spPr>
              <a:xfrm rot="10800000">
                <a:off x="6586650" y="1392500"/>
                <a:ext cx="0" cy="321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08" name="Google Shape;908;p62"/>
            <p:cNvGrpSpPr/>
            <p:nvPr/>
          </p:nvGrpSpPr>
          <p:grpSpPr>
            <a:xfrm>
              <a:off x="282621" y="1962025"/>
              <a:ext cx="1559400" cy="2551213"/>
              <a:chOff x="282621" y="1962025"/>
              <a:chExt cx="1559400" cy="2551213"/>
            </a:xfrm>
          </p:grpSpPr>
          <p:sp>
            <p:nvSpPr>
              <p:cNvPr id="909" name="Google Shape;909;p62"/>
              <p:cNvSpPr txBox="1"/>
              <p:nvPr/>
            </p:nvSpPr>
            <p:spPr>
              <a:xfrm>
                <a:off x="282621" y="1962025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Market research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0" name="Google Shape;910;p62"/>
              <p:cNvSpPr txBox="1"/>
              <p:nvPr/>
            </p:nvSpPr>
            <p:spPr>
              <a:xfrm>
                <a:off x="282621" y="230448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Specifications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1" name="Google Shape;911;p62"/>
              <p:cNvSpPr txBox="1"/>
              <p:nvPr/>
            </p:nvSpPr>
            <p:spPr>
              <a:xfrm>
                <a:off x="282621" y="264695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Planning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2" name="Google Shape;912;p62"/>
              <p:cNvSpPr txBox="1"/>
              <p:nvPr/>
            </p:nvSpPr>
            <p:spPr>
              <a:xfrm>
                <a:off x="282621" y="298943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Design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3" name="Google Shape;913;p62"/>
              <p:cNvSpPr txBox="1"/>
              <p:nvPr/>
            </p:nvSpPr>
            <p:spPr>
              <a:xfrm>
                <a:off x="282621" y="333190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Development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4" name="Google Shape;914;p62"/>
              <p:cNvSpPr txBox="1"/>
              <p:nvPr/>
            </p:nvSpPr>
            <p:spPr>
              <a:xfrm>
                <a:off x="282621" y="367438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Training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5" name="Google Shape;915;p62"/>
              <p:cNvSpPr txBox="1"/>
              <p:nvPr/>
            </p:nvSpPr>
            <p:spPr>
              <a:xfrm>
                <a:off x="282621" y="401685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Assessment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916" name="Google Shape;916;p62"/>
              <p:cNvSpPr txBox="1"/>
              <p:nvPr/>
            </p:nvSpPr>
            <p:spPr>
              <a:xfrm>
                <a:off x="282621" y="435933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Documentation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</p:grpSp>
        <p:grpSp>
          <p:nvGrpSpPr>
            <p:cNvPr id="917" name="Google Shape;917;p62"/>
            <p:cNvGrpSpPr/>
            <p:nvPr/>
          </p:nvGrpSpPr>
          <p:grpSpPr>
            <a:xfrm>
              <a:off x="2128674" y="1392613"/>
              <a:ext cx="2095888" cy="439788"/>
              <a:chOff x="2128674" y="1392613"/>
              <a:chExt cx="2095888" cy="439788"/>
            </a:xfrm>
          </p:grpSpPr>
          <p:sp>
            <p:nvSpPr>
              <p:cNvPr id="918" name="Google Shape;918;p62"/>
              <p:cNvSpPr txBox="1"/>
              <p:nvPr/>
            </p:nvSpPr>
            <p:spPr>
              <a:xfrm>
                <a:off x="2396871" y="1392613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1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919" name="Google Shape;919;p62"/>
              <p:cNvGrpSpPr/>
              <p:nvPr/>
            </p:nvGrpSpPr>
            <p:grpSpPr>
              <a:xfrm>
                <a:off x="2128674" y="1678500"/>
                <a:ext cx="2095888" cy="153900"/>
                <a:chOff x="2128674" y="1678500"/>
                <a:chExt cx="2095888" cy="153900"/>
              </a:xfrm>
            </p:grpSpPr>
            <p:sp>
              <p:nvSpPr>
                <p:cNvPr descr="A chart showing when several project steps need to be completed across three months. " id="920" name="Google Shape;920;p62"/>
                <p:cNvSpPr txBox="1"/>
                <p:nvPr/>
              </p:nvSpPr>
              <p:spPr>
                <a:xfrm>
                  <a:off x="2128674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1" name="Google Shape;921;p62"/>
                <p:cNvSpPr txBox="1"/>
                <p:nvPr/>
              </p:nvSpPr>
              <p:spPr>
                <a:xfrm>
                  <a:off x="26969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2" name="Google Shape;922;p62"/>
                <p:cNvSpPr txBox="1"/>
                <p:nvPr/>
              </p:nvSpPr>
              <p:spPr>
                <a:xfrm>
                  <a:off x="326531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3" name="Google Shape;923;p62"/>
                <p:cNvSpPr txBox="1"/>
                <p:nvPr/>
              </p:nvSpPr>
              <p:spPr>
                <a:xfrm>
                  <a:off x="38336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924" name="Google Shape;924;p62"/>
            <p:cNvGrpSpPr/>
            <p:nvPr/>
          </p:nvGrpSpPr>
          <p:grpSpPr>
            <a:xfrm>
              <a:off x="4402012" y="1392600"/>
              <a:ext cx="2095888" cy="439800"/>
              <a:chOff x="4402012" y="1392600"/>
              <a:chExt cx="2095888" cy="439800"/>
            </a:xfrm>
          </p:grpSpPr>
          <p:sp>
            <p:nvSpPr>
              <p:cNvPr id="925" name="Google Shape;925;p62"/>
              <p:cNvSpPr txBox="1"/>
              <p:nvPr/>
            </p:nvSpPr>
            <p:spPr>
              <a:xfrm>
                <a:off x="4670246" y="139260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2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926" name="Google Shape;926;p62"/>
              <p:cNvGrpSpPr/>
              <p:nvPr/>
            </p:nvGrpSpPr>
            <p:grpSpPr>
              <a:xfrm>
                <a:off x="4402012" y="1678500"/>
                <a:ext cx="2095888" cy="153900"/>
                <a:chOff x="4402012" y="1678500"/>
                <a:chExt cx="2095888" cy="153900"/>
              </a:xfrm>
            </p:grpSpPr>
            <p:sp>
              <p:nvSpPr>
                <p:cNvPr id="927" name="Google Shape;927;p62"/>
                <p:cNvSpPr txBox="1"/>
                <p:nvPr/>
              </p:nvSpPr>
              <p:spPr>
                <a:xfrm>
                  <a:off x="440201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8" name="Google Shape;928;p62"/>
                <p:cNvSpPr txBox="1"/>
                <p:nvPr/>
              </p:nvSpPr>
              <p:spPr>
                <a:xfrm>
                  <a:off x="49702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9" name="Google Shape;929;p62"/>
                <p:cNvSpPr txBox="1"/>
                <p:nvPr/>
              </p:nvSpPr>
              <p:spPr>
                <a:xfrm>
                  <a:off x="55386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30" name="Google Shape;930;p62"/>
                <p:cNvSpPr txBox="1"/>
                <p:nvPr/>
              </p:nvSpPr>
              <p:spPr>
                <a:xfrm>
                  <a:off x="61069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931" name="Google Shape;931;p62"/>
            <p:cNvGrpSpPr/>
            <p:nvPr/>
          </p:nvGrpSpPr>
          <p:grpSpPr>
            <a:xfrm>
              <a:off x="6675362" y="1392613"/>
              <a:ext cx="2095888" cy="439788"/>
              <a:chOff x="6675362" y="1392613"/>
              <a:chExt cx="2095888" cy="439788"/>
            </a:xfrm>
          </p:grpSpPr>
          <p:sp>
            <p:nvSpPr>
              <p:cNvPr id="932" name="Google Shape;932;p62"/>
              <p:cNvSpPr txBox="1"/>
              <p:nvPr/>
            </p:nvSpPr>
            <p:spPr>
              <a:xfrm>
                <a:off x="6943621" y="1392613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3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933" name="Google Shape;933;p62"/>
              <p:cNvGrpSpPr/>
              <p:nvPr/>
            </p:nvGrpSpPr>
            <p:grpSpPr>
              <a:xfrm>
                <a:off x="6675362" y="1678500"/>
                <a:ext cx="2095888" cy="153900"/>
                <a:chOff x="6675362" y="1678500"/>
                <a:chExt cx="2095888" cy="153900"/>
              </a:xfrm>
            </p:grpSpPr>
            <p:sp>
              <p:nvSpPr>
                <p:cNvPr id="934" name="Google Shape;934;p62"/>
                <p:cNvSpPr txBox="1"/>
                <p:nvPr/>
              </p:nvSpPr>
              <p:spPr>
                <a:xfrm>
                  <a:off x="66753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35" name="Google Shape;935;p62"/>
                <p:cNvSpPr txBox="1"/>
                <p:nvPr/>
              </p:nvSpPr>
              <p:spPr>
                <a:xfrm>
                  <a:off x="72436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36" name="Google Shape;936;p62"/>
                <p:cNvSpPr txBox="1"/>
                <p:nvPr/>
              </p:nvSpPr>
              <p:spPr>
                <a:xfrm>
                  <a:off x="78119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37" name="Google Shape;937;p62"/>
                <p:cNvSpPr txBox="1"/>
                <p:nvPr/>
              </p:nvSpPr>
              <p:spPr>
                <a:xfrm>
                  <a:off x="83803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938" name="Google Shape;938;p62"/>
            <p:cNvSpPr/>
            <p:nvPr/>
          </p:nvSpPr>
          <p:spPr>
            <a:xfrm>
              <a:off x="2165150" y="2268488"/>
              <a:ext cx="43329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9" name="Google Shape;939;p62"/>
            <p:cNvSpPr/>
            <p:nvPr/>
          </p:nvSpPr>
          <p:spPr>
            <a:xfrm>
              <a:off x="2165150" y="2610975"/>
              <a:ext cx="6696900" cy="225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0" name="Google Shape;940;p62"/>
            <p:cNvSpPr/>
            <p:nvPr/>
          </p:nvSpPr>
          <p:spPr>
            <a:xfrm>
              <a:off x="2165150" y="3638398"/>
              <a:ext cx="26277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1" name="Google Shape;941;p62"/>
            <p:cNvSpPr/>
            <p:nvPr/>
          </p:nvSpPr>
          <p:spPr>
            <a:xfrm>
              <a:off x="6229650" y="3980863"/>
              <a:ext cx="2627700" cy="225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2" name="Google Shape;942;p62"/>
            <p:cNvSpPr/>
            <p:nvPr/>
          </p:nvSpPr>
          <p:spPr>
            <a:xfrm>
              <a:off x="4443350" y="4323338"/>
              <a:ext cx="44187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43" name="Google Shape;943;p62"/>
            <p:cNvGrpSpPr/>
            <p:nvPr/>
          </p:nvGrpSpPr>
          <p:grpSpPr>
            <a:xfrm>
              <a:off x="2165150" y="1926013"/>
              <a:ext cx="2899175" cy="225900"/>
              <a:chOff x="2165150" y="1926013"/>
              <a:chExt cx="2899175" cy="225900"/>
            </a:xfrm>
          </p:grpSpPr>
          <p:sp>
            <p:nvSpPr>
              <p:cNvPr id="944" name="Google Shape;944;p62"/>
              <p:cNvSpPr/>
              <p:nvPr/>
            </p:nvSpPr>
            <p:spPr>
              <a:xfrm>
                <a:off x="2165150" y="1926013"/>
                <a:ext cx="2627700" cy="225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45" name="Google Shape;945;p62"/>
              <p:cNvGrpSpPr/>
              <p:nvPr/>
            </p:nvGrpSpPr>
            <p:grpSpPr>
              <a:xfrm>
                <a:off x="4838425" y="1926013"/>
                <a:ext cx="225900" cy="225900"/>
                <a:chOff x="4838425" y="1926013"/>
                <a:chExt cx="225900" cy="225900"/>
              </a:xfrm>
            </p:grpSpPr>
            <p:sp>
              <p:nvSpPr>
                <p:cNvPr id="946" name="Google Shape;946;p62"/>
                <p:cNvSpPr/>
                <p:nvPr/>
              </p:nvSpPr>
              <p:spPr>
                <a:xfrm>
                  <a:off x="4838425" y="1926013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947" name="Google Shape;947;p6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889875" y="1977460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48" name="Google Shape;948;p62"/>
            <p:cNvGrpSpPr/>
            <p:nvPr/>
          </p:nvGrpSpPr>
          <p:grpSpPr>
            <a:xfrm>
              <a:off x="4402000" y="2953425"/>
              <a:ext cx="2935375" cy="225925"/>
              <a:chOff x="4402000" y="2953425"/>
              <a:chExt cx="2935375" cy="225925"/>
            </a:xfrm>
          </p:grpSpPr>
          <p:sp>
            <p:nvSpPr>
              <p:cNvPr id="949" name="Google Shape;949;p62"/>
              <p:cNvSpPr/>
              <p:nvPr/>
            </p:nvSpPr>
            <p:spPr>
              <a:xfrm>
                <a:off x="4402000" y="2953450"/>
                <a:ext cx="2664300" cy="225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50" name="Google Shape;950;p62"/>
              <p:cNvGrpSpPr/>
              <p:nvPr/>
            </p:nvGrpSpPr>
            <p:grpSpPr>
              <a:xfrm>
                <a:off x="7111475" y="2953425"/>
                <a:ext cx="225900" cy="225900"/>
                <a:chOff x="7111475" y="2953425"/>
                <a:chExt cx="225900" cy="225900"/>
              </a:xfrm>
            </p:grpSpPr>
            <p:sp>
              <p:nvSpPr>
                <p:cNvPr id="951" name="Google Shape;951;p62"/>
                <p:cNvSpPr/>
                <p:nvPr/>
              </p:nvSpPr>
              <p:spPr>
                <a:xfrm>
                  <a:off x="7111475" y="2953425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952" name="Google Shape;952;p6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7162925" y="3004872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53" name="Google Shape;953;p62"/>
            <p:cNvGrpSpPr/>
            <p:nvPr/>
          </p:nvGrpSpPr>
          <p:grpSpPr>
            <a:xfrm>
              <a:off x="2165150" y="3295913"/>
              <a:ext cx="2899175" cy="225913"/>
              <a:chOff x="2165150" y="3295913"/>
              <a:chExt cx="2899175" cy="225913"/>
            </a:xfrm>
          </p:grpSpPr>
          <p:sp>
            <p:nvSpPr>
              <p:cNvPr id="954" name="Google Shape;954;p62"/>
              <p:cNvSpPr/>
              <p:nvPr/>
            </p:nvSpPr>
            <p:spPr>
              <a:xfrm>
                <a:off x="2165150" y="3295925"/>
                <a:ext cx="2627700" cy="225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55" name="Google Shape;955;p62"/>
              <p:cNvGrpSpPr/>
              <p:nvPr/>
            </p:nvGrpSpPr>
            <p:grpSpPr>
              <a:xfrm>
                <a:off x="4838425" y="3295913"/>
                <a:ext cx="225900" cy="225900"/>
                <a:chOff x="4838425" y="3295913"/>
                <a:chExt cx="225900" cy="225900"/>
              </a:xfrm>
            </p:grpSpPr>
            <p:sp>
              <p:nvSpPr>
                <p:cNvPr id="956" name="Google Shape;956;p62"/>
                <p:cNvSpPr/>
                <p:nvPr/>
              </p:nvSpPr>
              <p:spPr>
                <a:xfrm>
                  <a:off x="4838425" y="3295913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957" name="Google Shape;957;p6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889875" y="3347360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958" name="Google Shape;958;p6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9" name="Google Shape;959;p6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960" name="Google Shape;960;p62"/>
          <p:cNvGrpSpPr/>
          <p:nvPr/>
        </p:nvGrpSpPr>
        <p:grpSpPr>
          <a:xfrm>
            <a:off x="8091815" y="285291"/>
            <a:ext cx="761700" cy="332750"/>
            <a:chOff x="8091815" y="285291"/>
            <a:chExt cx="761700" cy="332750"/>
          </a:xfrm>
        </p:grpSpPr>
        <p:sp>
          <p:nvSpPr>
            <p:cNvPr id="961" name="Google Shape;961;p62"/>
            <p:cNvSpPr/>
            <p:nvPr/>
          </p:nvSpPr>
          <p:spPr>
            <a:xfrm>
              <a:off x="8091815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Milestones 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62" name="Google Shape;962;p62"/>
            <p:cNvGrpSpPr/>
            <p:nvPr/>
          </p:nvGrpSpPr>
          <p:grpSpPr>
            <a:xfrm>
              <a:off x="8091822" y="285291"/>
              <a:ext cx="170400" cy="170400"/>
              <a:chOff x="8091822" y="285291"/>
              <a:chExt cx="170400" cy="170400"/>
            </a:xfrm>
          </p:grpSpPr>
          <p:sp>
            <p:nvSpPr>
              <p:cNvPr id="963" name="Google Shape;963;p62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964" name="Google Shape;964;p6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3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970" name="Google Shape;970;p63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something comes up later, contact name@example.com</a:t>
            </a:r>
            <a:endParaRPr/>
          </a:p>
        </p:txBody>
      </p:sp>
      <p:pic>
        <p:nvPicPr>
          <p:cNvPr descr="A modern glass building under a sunny blue sky. " id="971" name="Google Shape;971;p63"/>
          <p:cNvPicPr preferRelativeResize="0"/>
          <p:nvPr/>
        </p:nvPicPr>
        <p:blipFill rotWithShape="1">
          <a:blip r:embed="rId3">
            <a:alphaModFix/>
          </a:blip>
          <a:srcRect b="36562" l="0" r="0" t="46566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6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3" name="Google Shape;973;p6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ompany Name</a:t>
            </a:r>
            <a:endParaRPr/>
          </a:p>
        </p:txBody>
      </p:sp>
      <p:cxnSp>
        <p:nvCxnSpPr>
          <p:cNvPr id="974" name="Google Shape;974;p63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